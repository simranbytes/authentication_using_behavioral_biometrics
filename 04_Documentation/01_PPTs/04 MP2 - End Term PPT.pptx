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62" r:id="rId1"/>
    <p:sldMasterId id="2147484988" r:id="rId2"/>
  </p:sldMasterIdLst>
  <p:notesMasterIdLst>
    <p:notesMasterId r:id="rId27"/>
  </p:notesMasterIdLst>
  <p:handoutMasterIdLst>
    <p:handoutMasterId r:id="rId28"/>
  </p:handoutMasterIdLst>
  <p:sldIdLst>
    <p:sldId id="325" r:id="rId3"/>
    <p:sldId id="839" r:id="rId4"/>
    <p:sldId id="840" r:id="rId5"/>
    <p:sldId id="841" r:id="rId6"/>
    <p:sldId id="859" r:id="rId7"/>
    <p:sldId id="842" r:id="rId8"/>
    <p:sldId id="843" r:id="rId9"/>
    <p:sldId id="845" r:id="rId10"/>
    <p:sldId id="883" r:id="rId11"/>
    <p:sldId id="844" r:id="rId12"/>
    <p:sldId id="847" r:id="rId13"/>
    <p:sldId id="846" r:id="rId14"/>
    <p:sldId id="849" r:id="rId15"/>
    <p:sldId id="851" r:id="rId16"/>
    <p:sldId id="852" r:id="rId17"/>
    <p:sldId id="876" r:id="rId18"/>
    <p:sldId id="877" r:id="rId19"/>
    <p:sldId id="878" r:id="rId20"/>
    <p:sldId id="880" r:id="rId21"/>
    <p:sldId id="879" r:id="rId22"/>
    <p:sldId id="860" r:id="rId23"/>
    <p:sldId id="882" r:id="rId24"/>
    <p:sldId id="857" r:id="rId25"/>
    <p:sldId id="858" r:id="rId26"/>
  </p:sldIdLst>
  <p:sldSz cx="9144000" cy="6858000" type="screen4x3"/>
  <p:notesSz cx="9942513" cy="6761163"/>
  <p:custDataLst>
    <p:tags r:id="rId29"/>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521415D9-36F7-43E2-AB2F-B90AF26B5E84}">
      <p14:sectionLst xmlns:p14="http://schemas.microsoft.com/office/powerpoint/2010/main">
        <p14:section name="Default Section" id="{689EA8C8-584C-4C01-89E3-CC153F351FCF}">
          <p14:sldIdLst>
            <p14:sldId id="325"/>
            <p14:sldId id="839"/>
            <p14:sldId id="840"/>
            <p14:sldId id="841"/>
            <p14:sldId id="859"/>
            <p14:sldId id="842"/>
            <p14:sldId id="843"/>
            <p14:sldId id="845"/>
            <p14:sldId id="883"/>
            <p14:sldId id="844"/>
            <p14:sldId id="847"/>
            <p14:sldId id="846"/>
            <p14:sldId id="849"/>
            <p14:sldId id="851"/>
            <p14:sldId id="852"/>
            <p14:sldId id="876"/>
            <p14:sldId id="877"/>
            <p14:sldId id="878"/>
            <p14:sldId id="880"/>
            <p14:sldId id="879"/>
            <p14:sldId id="860"/>
            <p14:sldId id="882"/>
            <p14:sldId id="857"/>
            <p14:sldId id="858"/>
          </p14:sldIdLst>
        </p14:section>
      </p14:sectionLst>
    </p:ext>
    <p:ext uri="{EFAFB233-063F-42B5-8137-9DF3F51BA10A}">
      <p15:sldGuideLst xmlns:p15="http://schemas.microsoft.com/office/powerpoint/2012/main">
        <p15:guide id="1" orient="horz" pos="816">
          <p15:clr>
            <a:srgbClr val="A4A3A4"/>
          </p15:clr>
        </p15:guide>
        <p15:guide id="2" pos="521">
          <p15:clr>
            <a:srgbClr val="A4A3A4"/>
          </p15:clr>
        </p15:guide>
      </p15:sldGuideLst>
    </p:ext>
    <p:ext uri="{2D200454-40CA-4A62-9FC3-DE9A4176ACB9}">
      <p15:notesGuideLst xmlns:p15="http://schemas.microsoft.com/office/powerpoint/2012/main">
        <p15:guide id="1" orient="horz" pos="2130">
          <p15:clr>
            <a:srgbClr val="A4A3A4"/>
          </p15:clr>
        </p15:guide>
        <p15:guide id="2" pos="313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5D6C6"/>
    <a:srgbClr val="008AD5"/>
    <a:srgbClr val="FFFFFF"/>
    <a:srgbClr val="00B5FF"/>
    <a:srgbClr val="009CF3"/>
    <a:srgbClr val="005493"/>
    <a:srgbClr val="0096FF"/>
    <a:srgbClr val="FF2F92"/>
    <a:srgbClr val="7A81FF"/>
    <a:srgbClr val="BB5C1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1BEA589-5596-4494-9CEC-94937A9C76CC}" v="190" dt="2025-05-09T20:16:27.1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08" autoAdjust="0"/>
    <p:restoredTop sz="94082" autoAdjust="0"/>
  </p:normalViewPr>
  <p:slideViewPr>
    <p:cSldViewPr snapToGrid="0">
      <p:cViewPr>
        <p:scale>
          <a:sx n="100" d="100"/>
          <a:sy n="100" d="100"/>
        </p:scale>
        <p:origin x="1836" y="144"/>
      </p:cViewPr>
      <p:guideLst>
        <p:guide orient="horz" pos="816"/>
        <p:guide pos="521"/>
      </p:guideLst>
    </p:cSldViewPr>
  </p:slideViewPr>
  <p:outlineViewPr>
    <p:cViewPr>
      <p:scale>
        <a:sx n="33" d="100"/>
        <a:sy n="33" d="100"/>
      </p:scale>
      <p:origin x="0" y="-49901"/>
    </p:cViewPr>
  </p:outlineViewPr>
  <p:notesTextViewPr>
    <p:cViewPr>
      <p:scale>
        <a:sx n="100" d="100"/>
        <a:sy n="100" d="100"/>
      </p:scale>
      <p:origin x="0" y="0"/>
    </p:cViewPr>
  </p:notesTextViewPr>
  <p:sorterViewPr>
    <p:cViewPr>
      <p:scale>
        <a:sx n="66" d="100"/>
        <a:sy n="66" d="100"/>
      </p:scale>
      <p:origin x="0" y="-1315"/>
    </p:cViewPr>
  </p:sorterViewPr>
  <p:notesViewPr>
    <p:cSldViewPr snapToGrid="0">
      <p:cViewPr varScale="1">
        <p:scale>
          <a:sx n="77" d="100"/>
          <a:sy n="77" d="100"/>
        </p:scale>
        <p:origin x="1599" y="43"/>
      </p:cViewPr>
      <p:guideLst>
        <p:guide orient="horz" pos="2130"/>
        <p:guide pos="3133"/>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 Sharma" userId="06f09f519dbeff77" providerId="LiveId" clId="{31BEA589-5596-4494-9CEC-94937A9C76CC}"/>
    <pc:docChg chg="undo custSel modSld sldOrd">
      <pc:chgData name="Akshit Sharma" userId="06f09f519dbeff77" providerId="LiveId" clId="{31BEA589-5596-4494-9CEC-94937A9C76CC}" dt="2025-05-09T20:17:02.654" v="4376" actId="20577"/>
      <pc:docMkLst>
        <pc:docMk/>
      </pc:docMkLst>
      <pc:sldChg chg="modSp mod">
        <pc:chgData name="Akshit Sharma" userId="06f09f519dbeff77" providerId="LiveId" clId="{31BEA589-5596-4494-9CEC-94937A9C76CC}" dt="2025-05-07T18:36:54.848" v="6" actId="1076"/>
        <pc:sldMkLst>
          <pc:docMk/>
          <pc:sldMk cId="0" sldId="325"/>
        </pc:sldMkLst>
        <pc:spChg chg="mod">
          <ac:chgData name="Akshit Sharma" userId="06f09f519dbeff77" providerId="LiveId" clId="{31BEA589-5596-4494-9CEC-94937A9C76CC}" dt="2025-05-07T18:36:50.026" v="5" actId="1076"/>
          <ac:spMkLst>
            <pc:docMk/>
            <pc:sldMk cId="0" sldId="325"/>
            <ac:spMk id="6" creationId="{C24B7EDF-18D7-C792-681D-E69AE68A4AAB}"/>
          </ac:spMkLst>
        </pc:spChg>
        <pc:spChg chg="mod">
          <ac:chgData name="Akshit Sharma" userId="06f09f519dbeff77" providerId="LiveId" clId="{31BEA589-5596-4494-9CEC-94937A9C76CC}" dt="2025-05-07T18:36:54.848" v="6" actId="1076"/>
          <ac:spMkLst>
            <pc:docMk/>
            <pc:sldMk cId="0" sldId="325"/>
            <ac:spMk id="7" creationId="{E3E2713F-9CAD-198F-43B7-75929E7A5424}"/>
          </ac:spMkLst>
        </pc:spChg>
        <pc:spChg chg="mod">
          <ac:chgData name="Akshit Sharma" userId="06f09f519dbeff77" providerId="LiveId" clId="{31BEA589-5596-4494-9CEC-94937A9C76CC}" dt="2025-05-07T18:36:16.592" v="0"/>
          <ac:spMkLst>
            <pc:docMk/>
            <pc:sldMk cId="0" sldId="325"/>
            <ac:spMk id="18434" creationId="{00000000-0000-0000-0000-000000000000}"/>
          </ac:spMkLst>
        </pc:spChg>
      </pc:sldChg>
      <pc:sldChg chg="modSp mod">
        <pc:chgData name="Akshit Sharma" userId="06f09f519dbeff77" providerId="LiveId" clId="{31BEA589-5596-4494-9CEC-94937A9C76CC}" dt="2025-05-07T18:37:39.823" v="67" actId="20577"/>
        <pc:sldMkLst>
          <pc:docMk/>
          <pc:sldMk cId="3595263769" sldId="840"/>
        </pc:sldMkLst>
        <pc:spChg chg="mod">
          <ac:chgData name="Akshit Sharma" userId="06f09f519dbeff77" providerId="LiveId" clId="{31BEA589-5596-4494-9CEC-94937A9C76CC}" dt="2025-05-07T18:37:39.823" v="67" actId="20577"/>
          <ac:spMkLst>
            <pc:docMk/>
            <pc:sldMk cId="3595263769" sldId="840"/>
            <ac:spMk id="4" creationId="{BE10AA4B-3410-F422-1F80-8D321A126C76}"/>
          </ac:spMkLst>
        </pc:spChg>
      </pc:sldChg>
      <pc:sldChg chg="modSp mod">
        <pc:chgData name="Akshit Sharma" userId="06f09f519dbeff77" providerId="LiveId" clId="{31BEA589-5596-4494-9CEC-94937A9C76CC}" dt="2025-05-07T18:37:54.735" v="68"/>
        <pc:sldMkLst>
          <pc:docMk/>
          <pc:sldMk cId="2927892568" sldId="841"/>
        </pc:sldMkLst>
        <pc:spChg chg="mod">
          <ac:chgData name="Akshit Sharma" userId="06f09f519dbeff77" providerId="LiveId" clId="{31BEA589-5596-4494-9CEC-94937A9C76CC}" dt="2025-05-07T18:37:54.735" v="68"/>
          <ac:spMkLst>
            <pc:docMk/>
            <pc:sldMk cId="2927892568" sldId="841"/>
            <ac:spMk id="4" creationId="{BE10AA4B-3410-F422-1F80-8D321A126C76}"/>
          </ac:spMkLst>
        </pc:spChg>
      </pc:sldChg>
      <pc:sldChg chg="modSp mod">
        <pc:chgData name="Akshit Sharma" userId="06f09f519dbeff77" providerId="LiveId" clId="{31BEA589-5596-4494-9CEC-94937A9C76CC}" dt="2025-05-07T18:42:12.892" v="495" actId="20577"/>
        <pc:sldMkLst>
          <pc:docMk/>
          <pc:sldMk cId="482551120" sldId="842"/>
        </pc:sldMkLst>
        <pc:spChg chg="mod">
          <ac:chgData name="Akshit Sharma" userId="06f09f519dbeff77" providerId="LiveId" clId="{31BEA589-5596-4494-9CEC-94937A9C76CC}" dt="2025-05-07T18:42:12.892" v="495" actId="20577"/>
          <ac:spMkLst>
            <pc:docMk/>
            <pc:sldMk cId="482551120" sldId="842"/>
            <ac:spMk id="4" creationId="{BE10AA4B-3410-F422-1F80-8D321A126C76}"/>
          </ac:spMkLst>
        </pc:spChg>
      </pc:sldChg>
      <pc:sldChg chg="addSp modSp mod modAnim">
        <pc:chgData name="Akshit Sharma" userId="06f09f519dbeff77" providerId="LiveId" clId="{31BEA589-5596-4494-9CEC-94937A9C76CC}" dt="2025-05-07T18:58:48.228" v="774" actId="1076"/>
        <pc:sldMkLst>
          <pc:docMk/>
          <pc:sldMk cId="998922851" sldId="843"/>
        </pc:sldMkLst>
        <pc:spChg chg="mod">
          <ac:chgData name="Akshit Sharma" userId="06f09f519dbeff77" providerId="LiveId" clId="{31BEA589-5596-4494-9CEC-94937A9C76CC}" dt="2025-05-07T18:57:38.120" v="746" actId="1076"/>
          <ac:spMkLst>
            <pc:docMk/>
            <pc:sldMk cId="998922851" sldId="843"/>
            <ac:spMk id="4" creationId="{BE10AA4B-3410-F422-1F80-8D321A126C76}"/>
          </ac:spMkLst>
        </pc:spChg>
        <pc:spChg chg="add mod">
          <ac:chgData name="Akshit Sharma" userId="06f09f519dbeff77" providerId="LiveId" clId="{31BEA589-5596-4494-9CEC-94937A9C76CC}" dt="2025-05-07T18:58:48.228" v="774" actId="1076"/>
          <ac:spMkLst>
            <pc:docMk/>
            <pc:sldMk cId="998922851" sldId="843"/>
            <ac:spMk id="6" creationId="{F2430001-916F-80AF-F7C2-8B88B21A0431}"/>
          </ac:spMkLst>
        </pc:spChg>
        <pc:picChg chg="add mod">
          <ac:chgData name="Akshit Sharma" userId="06f09f519dbeff77" providerId="LiveId" clId="{31BEA589-5596-4494-9CEC-94937A9C76CC}" dt="2025-05-07T18:58:40.376" v="773" actId="1076"/>
          <ac:picMkLst>
            <pc:docMk/>
            <pc:sldMk cId="998922851" sldId="843"/>
            <ac:picMk id="5" creationId="{012BAE56-594C-0B05-2CE5-100F5A41156C}"/>
          </ac:picMkLst>
        </pc:picChg>
      </pc:sldChg>
      <pc:sldChg chg="addSp modSp mod modAnim">
        <pc:chgData name="Akshit Sharma" userId="06f09f519dbeff77" providerId="LiveId" clId="{31BEA589-5596-4494-9CEC-94937A9C76CC}" dt="2025-05-09T19:56:41.330" v="4162"/>
        <pc:sldMkLst>
          <pc:docMk/>
          <pc:sldMk cId="3486653561" sldId="844"/>
        </pc:sldMkLst>
        <pc:spChg chg="mod">
          <ac:chgData name="Akshit Sharma" userId="06f09f519dbeff77" providerId="LiveId" clId="{31BEA589-5596-4494-9CEC-94937A9C76CC}" dt="2025-05-09T19:55:49.659" v="4102" actId="20577"/>
          <ac:spMkLst>
            <pc:docMk/>
            <pc:sldMk cId="3486653561" sldId="844"/>
            <ac:spMk id="4" creationId="{BE10AA4B-3410-F422-1F80-8D321A126C76}"/>
          </ac:spMkLst>
        </pc:spChg>
        <pc:spChg chg="add mod">
          <ac:chgData name="Akshit Sharma" userId="06f09f519dbeff77" providerId="LiveId" clId="{31BEA589-5596-4494-9CEC-94937A9C76CC}" dt="2025-05-09T08:54:50.109" v="1100" actId="1076"/>
          <ac:spMkLst>
            <pc:docMk/>
            <pc:sldMk cId="3486653561" sldId="844"/>
            <ac:spMk id="5" creationId="{BC2DA303-4F23-85B9-E1A4-CAC8AE40F9E9}"/>
          </ac:spMkLst>
        </pc:spChg>
        <pc:spChg chg="add mod">
          <ac:chgData name="Akshit Sharma" userId="06f09f519dbeff77" providerId="LiveId" clId="{31BEA589-5596-4494-9CEC-94937A9C76CC}" dt="2025-05-09T19:54:34.378" v="4079"/>
          <ac:spMkLst>
            <pc:docMk/>
            <pc:sldMk cId="3486653561" sldId="844"/>
            <ac:spMk id="6" creationId="{466A1177-4D4D-0BA8-6F0B-78A7111C6727}"/>
          </ac:spMkLst>
        </pc:spChg>
        <pc:spChg chg="add mod">
          <ac:chgData name="Akshit Sharma" userId="06f09f519dbeff77" providerId="LiveId" clId="{31BEA589-5596-4494-9CEC-94937A9C76CC}" dt="2025-05-09T19:56:13.229" v="4157" actId="20577"/>
          <ac:spMkLst>
            <pc:docMk/>
            <pc:sldMk cId="3486653561" sldId="844"/>
            <ac:spMk id="9" creationId="{E51FCFBB-6D17-CD0B-22B9-79658832EEF6}"/>
          </ac:spMkLst>
        </pc:spChg>
        <pc:picChg chg="add mod ord">
          <ac:chgData name="Akshit Sharma" userId="06f09f519dbeff77" providerId="LiveId" clId="{31BEA589-5596-4494-9CEC-94937A9C76CC}" dt="2025-05-09T19:56:30.299" v="4161" actId="14100"/>
          <ac:picMkLst>
            <pc:docMk/>
            <pc:sldMk cId="3486653561" sldId="844"/>
            <ac:picMk id="3" creationId="{B25354D0-4E26-F73C-B861-EC22F0D191C4}"/>
          </ac:picMkLst>
        </pc:picChg>
        <pc:picChg chg="add mod">
          <ac:chgData name="Akshit Sharma" userId="06f09f519dbeff77" providerId="LiveId" clId="{31BEA589-5596-4494-9CEC-94937A9C76CC}" dt="2025-05-09T19:55:24.098" v="4085" actId="1076"/>
          <ac:picMkLst>
            <pc:docMk/>
            <pc:sldMk cId="3486653561" sldId="844"/>
            <ac:picMk id="8" creationId="{5CC94B32-A16F-75C5-1D82-10C1949546FB}"/>
          </ac:picMkLst>
        </pc:picChg>
      </pc:sldChg>
      <pc:sldChg chg="addSp delSp modSp mod modAnim">
        <pc:chgData name="Akshit Sharma" userId="06f09f519dbeff77" providerId="LiveId" clId="{31BEA589-5596-4494-9CEC-94937A9C76CC}" dt="2025-05-07T19:03:50.932" v="1000" actId="1076"/>
        <pc:sldMkLst>
          <pc:docMk/>
          <pc:sldMk cId="811498957" sldId="845"/>
        </pc:sldMkLst>
        <pc:spChg chg="mod">
          <ac:chgData name="Akshit Sharma" userId="06f09f519dbeff77" providerId="LiveId" clId="{31BEA589-5596-4494-9CEC-94937A9C76CC}" dt="2025-05-07T19:03:44.638" v="999" actId="113"/>
          <ac:spMkLst>
            <pc:docMk/>
            <pc:sldMk cId="811498957" sldId="845"/>
            <ac:spMk id="4" creationId="{BE10AA4B-3410-F422-1F80-8D321A126C76}"/>
          </ac:spMkLst>
        </pc:spChg>
        <pc:spChg chg="add mod">
          <ac:chgData name="Akshit Sharma" userId="06f09f519dbeff77" providerId="LiveId" clId="{31BEA589-5596-4494-9CEC-94937A9C76CC}" dt="2025-05-07T19:03:02.439" v="987" actId="20577"/>
          <ac:spMkLst>
            <pc:docMk/>
            <pc:sldMk cId="811498957" sldId="845"/>
            <ac:spMk id="8" creationId="{260A4E2B-A4CE-D27A-82A2-BDDDC308476E}"/>
          </ac:spMkLst>
        </pc:spChg>
        <pc:picChg chg="add mod">
          <ac:chgData name="Akshit Sharma" userId="06f09f519dbeff77" providerId="LiveId" clId="{31BEA589-5596-4494-9CEC-94937A9C76CC}" dt="2025-05-07T19:03:50.932" v="1000" actId="1076"/>
          <ac:picMkLst>
            <pc:docMk/>
            <pc:sldMk cId="811498957" sldId="845"/>
            <ac:picMk id="7" creationId="{54707F2E-2438-E1F5-C02A-81F723C8598E}"/>
          </ac:picMkLst>
        </pc:picChg>
      </pc:sldChg>
      <pc:sldChg chg="addSp delSp modSp mod modAnim">
        <pc:chgData name="Akshit Sharma" userId="06f09f519dbeff77" providerId="LiveId" clId="{31BEA589-5596-4494-9CEC-94937A9C76CC}" dt="2025-05-09T20:01:54.848" v="4179"/>
        <pc:sldMkLst>
          <pc:docMk/>
          <pc:sldMk cId="158801617" sldId="846"/>
        </pc:sldMkLst>
        <pc:spChg chg="del mod">
          <ac:chgData name="Akshit Sharma" userId="06f09f519dbeff77" providerId="LiveId" clId="{31BEA589-5596-4494-9CEC-94937A9C76CC}" dt="2025-05-09T19:50:18.920" v="3795" actId="478"/>
          <ac:spMkLst>
            <pc:docMk/>
            <pc:sldMk cId="158801617" sldId="846"/>
            <ac:spMk id="4" creationId="{BE10AA4B-3410-F422-1F80-8D321A126C76}"/>
          </ac:spMkLst>
        </pc:spChg>
        <pc:spChg chg="add mod">
          <ac:chgData name="Akshit Sharma" userId="06f09f519dbeff77" providerId="LiveId" clId="{31BEA589-5596-4494-9CEC-94937A9C76CC}" dt="2025-05-09T19:53:06.317" v="3940" actId="20577"/>
          <ac:spMkLst>
            <pc:docMk/>
            <pc:sldMk cId="158801617" sldId="846"/>
            <ac:spMk id="11" creationId="{1B07A5A9-129F-D647-756A-D85992EBC562}"/>
          </ac:spMkLst>
        </pc:spChg>
        <pc:grpChg chg="add mod">
          <ac:chgData name="Akshit Sharma" userId="06f09f519dbeff77" providerId="LiveId" clId="{31BEA589-5596-4494-9CEC-94937A9C76CC}" dt="2025-05-09T19:57:38.968" v="4168" actId="164"/>
          <ac:grpSpMkLst>
            <pc:docMk/>
            <pc:sldMk cId="158801617" sldId="846"/>
            <ac:grpSpMk id="12" creationId="{3B56F72E-5ACF-9B43-C41C-24D9EECFB986}"/>
          </ac:grpSpMkLst>
        </pc:grpChg>
        <pc:grpChg chg="add mod">
          <ac:chgData name="Akshit Sharma" userId="06f09f519dbeff77" providerId="LiveId" clId="{31BEA589-5596-4494-9CEC-94937A9C76CC}" dt="2025-05-09T20:01:49.538" v="4178" actId="1076"/>
          <ac:grpSpMkLst>
            <pc:docMk/>
            <pc:sldMk cId="158801617" sldId="846"/>
            <ac:grpSpMk id="13" creationId="{E74274E4-9F8C-B8D1-3B5E-0C1CEB15A5F7}"/>
          </ac:grpSpMkLst>
        </pc:grpChg>
        <pc:picChg chg="add mod">
          <ac:chgData name="Akshit Sharma" userId="06f09f519dbeff77" providerId="LiveId" clId="{31BEA589-5596-4494-9CEC-94937A9C76CC}" dt="2025-05-09T19:57:26.839" v="4163" actId="164"/>
          <ac:picMkLst>
            <pc:docMk/>
            <pc:sldMk cId="158801617" sldId="846"/>
            <ac:picMk id="5" creationId="{674B941E-1F82-FDF8-E067-37A8AE4C9751}"/>
          </ac:picMkLst>
        </pc:picChg>
        <pc:picChg chg="add del mod ord">
          <ac:chgData name="Akshit Sharma" userId="06f09f519dbeff77" providerId="LiveId" clId="{31BEA589-5596-4494-9CEC-94937A9C76CC}" dt="2025-05-09T19:50:21.599" v="3796" actId="478"/>
          <ac:picMkLst>
            <pc:docMk/>
            <pc:sldMk cId="158801617" sldId="846"/>
            <ac:picMk id="6" creationId="{BA1C9FD1-4CA1-F26B-851D-6F169B263E63}"/>
          </ac:picMkLst>
        </pc:picChg>
        <pc:picChg chg="add mod modCrop">
          <ac:chgData name="Akshit Sharma" userId="06f09f519dbeff77" providerId="LiveId" clId="{31BEA589-5596-4494-9CEC-94937A9C76CC}" dt="2025-05-09T19:57:38.968" v="4168" actId="164"/>
          <ac:picMkLst>
            <pc:docMk/>
            <pc:sldMk cId="158801617" sldId="846"/>
            <ac:picMk id="7" creationId="{C15283E7-E476-C4A6-10E8-8664360AF85A}"/>
          </ac:picMkLst>
        </pc:picChg>
        <pc:picChg chg="add del mod modCrop">
          <ac:chgData name="Akshit Sharma" userId="06f09f519dbeff77" providerId="LiveId" clId="{31BEA589-5596-4494-9CEC-94937A9C76CC}" dt="2025-05-09T19:48:55.741" v="3784" actId="478"/>
          <ac:picMkLst>
            <pc:docMk/>
            <pc:sldMk cId="158801617" sldId="846"/>
            <ac:picMk id="9" creationId="{8D3921BA-01D5-9E71-E50A-1CB17AB2FAE1}"/>
          </ac:picMkLst>
        </pc:picChg>
        <pc:picChg chg="add mod ord">
          <ac:chgData name="Akshit Sharma" userId="06f09f519dbeff77" providerId="LiveId" clId="{31BEA589-5596-4494-9CEC-94937A9C76CC}" dt="2025-05-09T19:57:26.839" v="4163" actId="164"/>
          <ac:picMkLst>
            <pc:docMk/>
            <pc:sldMk cId="158801617" sldId="846"/>
            <ac:picMk id="10" creationId="{6D08D01E-294B-B6C8-3853-6FA4BBDF965D}"/>
          </ac:picMkLst>
        </pc:picChg>
        <pc:picChg chg="add del mod modCrop">
          <ac:chgData name="Akshit Sharma" userId="06f09f519dbeff77" providerId="LiveId" clId="{31BEA589-5596-4494-9CEC-94937A9C76CC}" dt="2025-05-09T09:05:48.681" v="1141" actId="478"/>
          <ac:picMkLst>
            <pc:docMk/>
            <pc:sldMk cId="158801617" sldId="846"/>
            <ac:picMk id="11" creationId="{A1FCD4CF-56C7-E5DD-024D-8BB5D657125C}"/>
          </ac:picMkLst>
        </pc:picChg>
        <pc:picChg chg="add del mod modCrop">
          <ac:chgData name="Akshit Sharma" userId="06f09f519dbeff77" providerId="LiveId" clId="{31BEA589-5596-4494-9CEC-94937A9C76CC}" dt="2025-05-09T09:06:58.056" v="1163" actId="22"/>
          <ac:picMkLst>
            <pc:docMk/>
            <pc:sldMk cId="158801617" sldId="846"/>
            <ac:picMk id="13" creationId="{7F6DDC41-4480-6577-3F1A-008F911DE2EF}"/>
          </ac:picMkLst>
        </pc:picChg>
        <pc:picChg chg="add mod">
          <ac:chgData name="Akshit Sharma" userId="06f09f519dbeff77" providerId="LiveId" clId="{31BEA589-5596-4494-9CEC-94937A9C76CC}" dt="2025-05-09T09:06:57.018" v="1155" actId="571"/>
          <ac:picMkLst>
            <pc:docMk/>
            <pc:sldMk cId="158801617" sldId="846"/>
            <ac:picMk id="14" creationId="{39BFCEE9-B76D-40C9-3086-2C090133FB93}"/>
          </ac:picMkLst>
        </pc:picChg>
        <pc:picChg chg="add mod ord">
          <ac:chgData name="Akshit Sharma" userId="06f09f519dbeff77" providerId="LiveId" clId="{31BEA589-5596-4494-9CEC-94937A9C76CC}" dt="2025-05-09T20:01:45.569" v="4177" actId="1076"/>
          <ac:picMkLst>
            <pc:docMk/>
            <pc:sldMk cId="158801617" sldId="846"/>
            <ac:picMk id="15" creationId="{37B3F95F-91D8-E0A3-2ABD-875976FCE5EB}"/>
          </ac:picMkLst>
        </pc:picChg>
      </pc:sldChg>
      <pc:sldChg chg="addSp modSp mod ord modAnim">
        <pc:chgData name="Akshit Sharma" userId="06f09f519dbeff77" providerId="LiveId" clId="{31BEA589-5596-4494-9CEC-94937A9C76CC}" dt="2025-05-09T20:17:02.654" v="4376" actId="20577"/>
        <pc:sldMkLst>
          <pc:docMk/>
          <pc:sldMk cId="241409265" sldId="847"/>
        </pc:sldMkLst>
        <pc:spChg chg="mod">
          <ac:chgData name="Akshit Sharma" userId="06f09f519dbeff77" providerId="LiveId" clId="{31BEA589-5596-4494-9CEC-94937A9C76CC}" dt="2025-05-09T19:29:35.072" v="3028" actId="20577"/>
          <ac:spMkLst>
            <pc:docMk/>
            <pc:sldMk cId="241409265" sldId="847"/>
            <ac:spMk id="4" creationId="{BE10AA4B-3410-F422-1F80-8D321A126C76}"/>
          </ac:spMkLst>
        </pc:spChg>
        <pc:spChg chg="add mod">
          <ac:chgData name="Akshit Sharma" userId="06f09f519dbeff77" providerId="LiveId" clId="{31BEA589-5596-4494-9CEC-94937A9C76CC}" dt="2025-05-09T20:17:02.654" v="4376" actId="20577"/>
          <ac:spMkLst>
            <pc:docMk/>
            <pc:sldMk cId="241409265" sldId="847"/>
            <ac:spMk id="6" creationId="{88447241-F013-611F-FA7F-0A5C9A6854EE}"/>
          </ac:spMkLst>
        </pc:spChg>
        <pc:picChg chg="add mod">
          <ac:chgData name="Akshit Sharma" userId="06f09f519dbeff77" providerId="LiveId" clId="{31BEA589-5596-4494-9CEC-94937A9C76CC}" dt="2025-05-09T20:15:28.523" v="4309" actId="1076"/>
          <ac:picMkLst>
            <pc:docMk/>
            <pc:sldMk cId="241409265" sldId="847"/>
            <ac:picMk id="3" creationId="{E032C45B-2C1C-9B35-B1EC-C98DB68C6567}"/>
          </ac:picMkLst>
        </pc:picChg>
        <pc:picChg chg="add mod">
          <ac:chgData name="Akshit Sharma" userId="06f09f519dbeff77" providerId="LiveId" clId="{31BEA589-5596-4494-9CEC-94937A9C76CC}" dt="2025-05-09T20:15:08.580" v="4307" actId="1076"/>
          <ac:picMkLst>
            <pc:docMk/>
            <pc:sldMk cId="241409265" sldId="847"/>
            <ac:picMk id="5" creationId="{BC0743C7-DD48-45B5-46A3-182EB486326C}"/>
          </ac:picMkLst>
        </pc:picChg>
      </pc:sldChg>
      <pc:sldChg chg="addSp delSp modSp mod delAnim modAnim">
        <pc:chgData name="Akshit Sharma" userId="06f09f519dbeff77" providerId="LiveId" clId="{31BEA589-5596-4494-9CEC-94937A9C76CC}" dt="2025-05-09T20:08:14.500" v="4295" actId="20577"/>
        <pc:sldMkLst>
          <pc:docMk/>
          <pc:sldMk cId="345295643" sldId="849"/>
        </pc:sldMkLst>
        <pc:spChg chg="mod">
          <ac:chgData name="Akshit Sharma" userId="06f09f519dbeff77" providerId="LiveId" clId="{31BEA589-5596-4494-9CEC-94937A9C76CC}" dt="2025-05-09T19:19:30.675" v="2760" actId="20577"/>
          <ac:spMkLst>
            <pc:docMk/>
            <pc:sldMk cId="345295643" sldId="849"/>
            <ac:spMk id="4" creationId="{BE10AA4B-3410-F422-1F80-8D321A126C76}"/>
          </ac:spMkLst>
        </pc:spChg>
        <pc:spChg chg="add mod">
          <ac:chgData name="Akshit Sharma" userId="06f09f519dbeff77" providerId="LiveId" clId="{31BEA589-5596-4494-9CEC-94937A9C76CC}" dt="2025-05-09T20:08:14.500" v="4295" actId="20577"/>
          <ac:spMkLst>
            <pc:docMk/>
            <pc:sldMk cId="345295643" sldId="849"/>
            <ac:spMk id="6" creationId="{047FA1BD-85E3-F214-EF2A-0333DDAAE88D}"/>
          </ac:spMkLst>
        </pc:spChg>
        <pc:picChg chg="add del mod">
          <ac:chgData name="Akshit Sharma" userId="06f09f519dbeff77" providerId="LiveId" clId="{31BEA589-5596-4494-9CEC-94937A9C76CC}" dt="2025-05-09T19:22:10.492" v="2846" actId="478"/>
          <ac:picMkLst>
            <pc:docMk/>
            <pc:sldMk cId="345295643" sldId="849"/>
            <ac:picMk id="3" creationId="{7DB11B7E-697F-BD88-4DA0-47B305F402AD}"/>
          </ac:picMkLst>
        </pc:picChg>
        <pc:picChg chg="add mod">
          <ac:chgData name="Akshit Sharma" userId="06f09f519dbeff77" providerId="LiveId" clId="{31BEA589-5596-4494-9CEC-94937A9C76CC}" dt="2025-05-09T19:19:41.722" v="2762"/>
          <ac:picMkLst>
            <pc:docMk/>
            <pc:sldMk cId="345295643" sldId="849"/>
            <ac:picMk id="5" creationId="{7F34CD8A-CC99-5E56-50AA-0FD4D479E83F}"/>
          </ac:picMkLst>
        </pc:picChg>
        <pc:picChg chg="add del">
          <ac:chgData name="Akshit Sharma" userId="06f09f519dbeff77" providerId="LiveId" clId="{31BEA589-5596-4494-9CEC-94937A9C76CC}" dt="2025-05-09T20:02:29.778" v="4183" actId="21"/>
          <ac:picMkLst>
            <pc:docMk/>
            <pc:sldMk cId="345295643" sldId="849"/>
            <ac:picMk id="8" creationId="{795184A5-0219-5777-8F6A-7B00D5CE51C6}"/>
          </ac:picMkLst>
        </pc:picChg>
        <pc:picChg chg="add del">
          <ac:chgData name="Akshit Sharma" userId="06f09f519dbeff77" providerId="LiveId" clId="{31BEA589-5596-4494-9CEC-94937A9C76CC}" dt="2025-05-09T20:02:20.424" v="4181" actId="21"/>
          <ac:picMkLst>
            <pc:docMk/>
            <pc:sldMk cId="345295643" sldId="849"/>
            <ac:picMk id="10" creationId="{2CC2FCF3-6BB9-59B2-50B7-4C19B3630EE9}"/>
          </ac:picMkLst>
        </pc:picChg>
        <pc:picChg chg="add mod">
          <ac:chgData name="Akshit Sharma" userId="06f09f519dbeff77" providerId="LiveId" clId="{31BEA589-5596-4494-9CEC-94937A9C76CC}" dt="2025-05-09T20:08:02.612" v="4261" actId="1076"/>
          <ac:picMkLst>
            <pc:docMk/>
            <pc:sldMk cId="345295643" sldId="849"/>
            <ac:picMk id="12" creationId="{93BF7359-44BF-D88C-1AE6-8D5E89718277}"/>
          </ac:picMkLst>
        </pc:picChg>
      </pc:sldChg>
      <pc:sldChg chg="addSp modSp mod modAnim">
        <pc:chgData name="Akshit Sharma" userId="06f09f519dbeff77" providerId="LiveId" clId="{31BEA589-5596-4494-9CEC-94937A9C76CC}" dt="2025-05-09T20:05:56.698" v="4258" actId="1076"/>
        <pc:sldMkLst>
          <pc:docMk/>
          <pc:sldMk cId="3713345062" sldId="851"/>
        </pc:sldMkLst>
        <pc:spChg chg="mod">
          <ac:chgData name="Akshit Sharma" userId="06f09f519dbeff77" providerId="LiveId" clId="{31BEA589-5596-4494-9CEC-94937A9C76CC}" dt="2025-05-09T19:19:15.718" v="2758" actId="20577"/>
          <ac:spMkLst>
            <pc:docMk/>
            <pc:sldMk cId="3713345062" sldId="851"/>
            <ac:spMk id="4" creationId="{BE10AA4B-3410-F422-1F80-8D321A126C76}"/>
          </ac:spMkLst>
        </pc:spChg>
        <pc:spChg chg="add mod">
          <ac:chgData name="Akshit Sharma" userId="06f09f519dbeff77" providerId="LiveId" clId="{31BEA589-5596-4494-9CEC-94937A9C76CC}" dt="2025-05-09T20:02:52.657" v="4232" actId="20577"/>
          <ac:spMkLst>
            <pc:docMk/>
            <pc:sldMk cId="3713345062" sldId="851"/>
            <ac:spMk id="6" creationId="{264E2EE0-FFB3-5629-2247-B278EA4D4502}"/>
          </ac:spMkLst>
        </pc:spChg>
        <pc:picChg chg="add mod ord">
          <ac:chgData name="Akshit Sharma" userId="06f09f519dbeff77" providerId="LiveId" clId="{31BEA589-5596-4494-9CEC-94937A9C76CC}" dt="2025-05-09T20:05:46.969" v="4256" actId="1076"/>
          <ac:picMkLst>
            <pc:docMk/>
            <pc:sldMk cId="3713345062" sldId="851"/>
            <ac:picMk id="3" creationId="{6699D2E1-71F6-4B33-D87F-ED2C1B09FD09}"/>
          </ac:picMkLst>
        </pc:picChg>
        <pc:picChg chg="add mod">
          <ac:chgData name="Akshit Sharma" userId="06f09f519dbeff77" providerId="LiveId" clId="{31BEA589-5596-4494-9CEC-94937A9C76CC}" dt="2025-05-09T20:05:30.794" v="4254" actId="1076"/>
          <ac:picMkLst>
            <pc:docMk/>
            <pc:sldMk cId="3713345062" sldId="851"/>
            <ac:picMk id="5" creationId="{3F4319D9-DFC6-4AE6-4307-38731D3D0BEB}"/>
          </ac:picMkLst>
        </pc:picChg>
        <pc:picChg chg="add mod">
          <ac:chgData name="Akshit Sharma" userId="06f09f519dbeff77" providerId="LiveId" clId="{31BEA589-5596-4494-9CEC-94937A9C76CC}" dt="2025-05-09T20:05:56.698" v="4258" actId="1076"/>
          <ac:picMkLst>
            <pc:docMk/>
            <pc:sldMk cId="3713345062" sldId="851"/>
            <ac:picMk id="8" creationId="{795184A5-0219-5777-8F6A-7B00D5CE51C6}"/>
          </ac:picMkLst>
        </pc:picChg>
        <pc:picChg chg="add mod">
          <ac:chgData name="Akshit Sharma" userId="06f09f519dbeff77" providerId="LiveId" clId="{31BEA589-5596-4494-9CEC-94937A9C76CC}" dt="2025-05-09T20:05:51.967" v="4257" actId="1076"/>
          <ac:picMkLst>
            <pc:docMk/>
            <pc:sldMk cId="3713345062" sldId="851"/>
            <ac:picMk id="10" creationId="{2CC2FCF3-6BB9-59B2-50B7-4C19B3630EE9}"/>
          </ac:picMkLst>
        </pc:picChg>
      </pc:sldChg>
      <pc:sldChg chg="addSp modSp mod">
        <pc:chgData name="Akshit Sharma" userId="06f09f519dbeff77" providerId="LiveId" clId="{31BEA589-5596-4494-9CEC-94937A9C76CC}" dt="2025-05-09T19:28:52.985" v="3027" actId="20577"/>
        <pc:sldMkLst>
          <pc:docMk/>
          <pc:sldMk cId="2894067719" sldId="852"/>
        </pc:sldMkLst>
        <pc:spChg chg="mod">
          <ac:chgData name="Akshit Sharma" userId="06f09f519dbeff77" providerId="LiveId" clId="{31BEA589-5596-4494-9CEC-94937A9C76CC}" dt="2025-05-09T19:27:06.802" v="2941" actId="962"/>
          <ac:spMkLst>
            <pc:docMk/>
            <pc:sldMk cId="2894067719" sldId="852"/>
            <ac:spMk id="4" creationId="{BE10AA4B-3410-F422-1F80-8D321A126C76}"/>
          </ac:spMkLst>
        </pc:spChg>
        <pc:spChg chg="add mod">
          <ac:chgData name="Akshit Sharma" userId="06f09f519dbeff77" providerId="LiveId" clId="{31BEA589-5596-4494-9CEC-94937A9C76CC}" dt="2025-05-09T19:28:52.985" v="3027" actId="20577"/>
          <ac:spMkLst>
            <pc:docMk/>
            <pc:sldMk cId="2894067719" sldId="852"/>
            <ac:spMk id="10" creationId="{EC5865B8-FE29-1711-92BA-6520778BA250}"/>
          </ac:spMkLst>
        </pc:spChg>
        <pc:picChg chg="add mod">
          <ac:chgData name="Akshit Sharma" userId="06f09f519dbeff77" providerId="LiveId" clId="{31BEA589-5596-4494-9CEC-94937A9C76CC}" dt="2025-05-09T19:27:46.173" v="2951" actId="1076"/>
          <ac:picMkLst>
            <pc:docMk/>
            <pc:sldMk cId="2894067719" sldId="852"/>
            <ac:picMk id="5" creationId="{24809514-2340-1D26-10CA-806576B59236}"/>
          </ac:picMkLst>
        </pc:picChg>
        <pc:picChg chg="add mod">
          <ac:chgData name="Akshit Sharma" userId="06f09f519dbeff77" providerId="LiveId" clId="{31BEA589-5596-4494-9CEC-94937A9C76CC}" dt="2025-05-09T19:27:39.948" v="2950" actId="1076"/>
          <ac:picMkLst>
            <pc:docMk/>
            <pc:sldMk cId="2894067719" sldId="852"/>
            <ac:picMk id="7" creationId="{A6DEEE74-6E8D-A3A2-0F16-149342DCFC5D}"/>
          </ac:picMkLst>
        </pc:picChg>
        <pc:picChg chg="add mod">
          <ac:chgData name="Akshit Sharma" userId="06f09f519dbeff77" providerId="LiveId" clId="{31BEA589-5596-4494-9CEC-94937A9C76CC}" dt="2025-05-09T19:27:34.296" v="2949" actId="1076"/>
          <ac:picMkLst>
            <pc:docMk/>
            <pc:sldMk cId="2894067719" sldId="852"/>
            <ac:picMk id="9" creationId="{B95A8C68-9D33-C9E4-E0CB-C019DCF32A85}"/>
          </ac:picMkLst>
        </pc:picChg>
      </pc:sldChg>
      <pc:sldChg chg="modSp mod">
        <pc:chgData name="Akshit Sharma" userId="06f09f519dbeff77" providerId="LiveId" clId="{31BEA589-5596-4494-9CEC-94937A9C76CC}" dt="2025-05-09T18:12:45.377" v="1184" actId="255"/>
        <pc:sldMkLst>
          <pc:docMk/>
          <pc:sldMk cId="1035227385" sldId="857"/>
        </pc:sldMkLst>
        <pc:spChg chg="mod">
          <ac:chgData name="Akshit Sharma" userId="06f09f519dbeff77" providerId="LiveId" clId="{31BEA589-5596-4494-9CEC-94937A9C76CC}" dt="2025-05-09T18:12:45.377" v="1184" actId="255"/>
          <ac:spMkLst>
            <pc:docMk/>
            <pc:sldMk cId="1035227385" sldId="857"/>
            <ac:spMk id="4" creationId="{BE10AA4B-3410-F422-1F80-8D321A126C76}"/>
          </ac:spMkLst>
        </pc:spChg>
      </pc:sldChg>
      <pc:sldChg chg="modSp mod">
        <pc:chgData name="Akshit Sharma" userId="06f09f519dbeff77" providerId="LiveId" clId="{31BEA589-5596-4494-9CEC-94937A9C76CC}" dt="2025-05-07T18:38:51.079" v="88" actId="20577"/>
        <pc:sldMkLst>
          <pc:docMk/>
          <pc:sldMk cId="256070687" sldId="859"/>
        </pc:sldMkLst>
        <pc:spChg chg="mod">
          <ac:chgData name="Akshit Sharma" userId="06f09f519dbeff77" providerId="LiveId" clId="{31BEA589-5596-4494-9CEC-94937A9C76CC}" dt="2025-05-07T18:38:51.079" v="88" actId="20577"/>
          <ac:spMkLst>
            <pc:docMk/>
            <pc:sldMk cId="256070687" sldId="859"/>
            <ac:spMk id="4" creationId="{BE10AA4B-3410-F422-1F80-8D321A126C76}"/>
          </ac:spMkLst>
        </pc:spChg>
      </pc:sldChg>
      <pc:sldChg chg="modSp mod">
        <pc:chgData name="Akshit Sharma" userId="06f09f519dbeff77" providerId="LiveId" clId="{31BEA589-5596-4494-9CEC-94937A9C76CC}" dt="2025-05-09T18:12:01.474" v="1177" actId="255"/>
        <pc:sldMkLst>
          <pc:docMk/>
          <pc:sldMk cId="1082175090" sldId="860"/>
        </pc:sldMkLst>
        <pc:spChg chg="mod">
          <ac:chgData name="Akshit Sharma" userId="06f09f519dbeff77" providerId="LiveId" clId="{31BEA589-5596-4494-9CEC-94937A9C76CC}" dt="2025-05-09T18:12:01.474" v="1177" actId="255"/>
          <ac:spMkLst>
            <pc:docMk/>
            <pc:sldMk cId="1082175090" sldId="860"/>
            <ac:spMk id="4" creationId="{BE10AA4B-3410-F422-1F80-8D321A126C76}"/>
          </ac:spMkLst>
        </pc:spChg>
      </pc:sldChg>
      <pc:sldChg chg="addSp delSp modSp mod">
        <pc:chgData name="Akshit Sharma" userId="06f09f519dbeff77" providerId="LiveId" clId="{31BEA589-5596-4494-9CEC-94937A9C76CC}" dt="2025-05-09T19:39:51.161" v="3780" actId="20577"/>
        <pc:sldMkLst>
          <pc:docMk/>
          <pc:sldMk cId="1701351093" sldId="876"/>
        </pc:sldMkLst>
        <pc:spChg chg="add del mod">
          <ac:chgData name="Akshit Sharma" userId="06f09f519dbeff77" providerId="LiveId" clId="{31BEA589-5596-4494-9CEC-94937A9C76CC}" dt="2025-05-09T19:39:51.161" v="3780" actId="20577"/>
          <ac:spMkLst>
            <pc:docMk/>
            <pc:sldMk cId="1701351093" sldId="876"/>
            <ac:spMk id="4" creationId="{AD8B0E23-28B9-A411-F2B9-0AAE335CE30F}"/>
          </ac:spMkLst>
        </pc:spChg>
      </pc:sldChg>
      <pc:sldChg chg="modSp mod">
        <pc:chgData name="Akshit Sharma" userId="06f09f519dbeff77" providerId="LiveId" clId="{31BEA589-5596-4494-9CEC-94937A9C76CC}" dt="2025-05-09T19:18:51.945" v="2757" actId="20577"/>
        <pc:sldMkLst>
          <pc:docMk/>
          <pc:sldMk cId="752052719" sldId="877"/>
        </pc:sldMkLst>
        <pc:spChg chg="mod">
          <ac:chgData name="Akshit Sharma" userId="06f09f519dbeff77" providerId="LiveId" clId="{31BEA589-5596-4494-9CEC-94937A9C76CC}" dt="2025-05-09T19:18:51.945" v="2757" actId="20577"/>
          <ac:spMkLst>
            <pc:docMk/>
            <pc:sldMk cId="752052719" sldId="877"/>
            <ac:spMk id="4" creationId="{7660EB7E-41FA-08CF-E919-AE860B61B137}"/>
          </ac:spMkLst>
        </pc:spChg>
      </pc:sldChg>
      <pc:sldChg chg="addSp delSp modSp mod">
        <pc:chgData name="Akshit Sharma" userId="06f09f519dbeff77" providerId="LiveId" clId="{31BEA589-5596-4494-9CEC-94937A9C76CC}" dt="2025-05-09T18:34:10.126" v="2058" actId="5793"/>
        <pc:sldMkLst>
          <pc:docMk/>
          <pc:sldMk cId="1919280236" sldId="878"/>
        </pc:sldMkLst>
        <pc:spChg chg="del mod">
          <ac:chgData name="Akshit Sharma" userId="06f09f519dbeff77" providerId="LiveId" clId="{31BEA589-5596-4494-9CEC-94937A9C76CC}" dt="2025-05-09T18:23:13.225" v="1333" actId="478"/>
          <ac:spMkLst>
            <pc:docMk/>
            <pc:sldMk cId="1919280236" sldId="878"/>
            <ac:spMk id="4" creationId="{33864F80-A98D-C3A6-300F-743060AF58A2}"/>
          </ac:spMkLst>
        </pc:spChg>
        <pc:graphicFrameChg chg="add mod modGraphic">
          <ac:chgData name="Akshit Sharma" userId="06f09f519dbeff77" providerId="LiveId" clId="{31BEA589-5596-4494-9CEC-94937A9C76CC}" dt="2025-05-09T18:34:10.126" v="2058" actId="5793"/>
          <ac:graphicFrameMkLst>
            <pc:docMk/>
            <pc:sldMk cId="1919280236" sldId="878"/>
            <ac:graphicFrameMk id="3" creationId="{B2CEBA50-2FC7-5DA7-82C9-103ABD7FD017}"/>
          </ac:graphicFrameMkLst>
        </pc:graphicFrameChg>
        <pc:graphicFrameChg chg="del mod modGraphic">
          <ac:chgData name="Akshit Sharma" userId="06f09f519dbeff77" providerId="LiveId" clId="{31BEA589-5596-4494-9CEC-94937A9C76CC}" dt="2025-05-09T18:23:52.505" v="1339" actId="478"/>
          <ac:graphicFrameMkLst>
            <pc:docMk/>
            <pc:sldMk cId="1919280236" sldId="878"/>
            <ac:graphicFrameMk id="6" creationId="{7F6ED005-6EC0-5EE2-8CB4-7008F054C64D}"/>
          </ac:graphicFrameMkLst>
        </pc:graphicFrameChg>
      </pc:sldChg>
      <pc:sldChg chg="modSp mod">
        <pc:chgData name="Akshit Sharma" userId="06f09f519dbeff77" providerId="LiveId" clId="{31BEA589-5596-4494-9CEC-94937A9C76CC}" dt="2025-05-09T18:22:32.136" v="1330" actId="21"/>
        <pc:sldMkLst>
          <pc:docMk/>
          <pc:sldMk cId="1884040394" sldId="879"/>
        </pc:sldMkLst>
        <pc:graphicFrameChg chg="mod modGraphic">
          <ac:chgData name="Akshit Sharma" userId="06f09f519dbeff77" providerId="LiveId" clId="{31BEA589-5596-4494-9CEC-94937A9C76CC}" dt="2025-05-09T18:22:32.136" v="1330" actId="21"/>
          <ac:graphicFrameMkLst>
            <pc:docMk/>
            <pc:sldMk cId="1884040394" sldId="879"/>
            <ac:graphicFrameMk id="6" creationId="{367900DB-DF9E-B5EC-0B92-06A7F2390E13}"/>
          </ac:graphicFrameMkLst>
        </pc:graphicFrameChg>
      </pc:sldChg>
      <pc:sldChg chg="modSp mod">
        <pc:chgData name="Akshit Sharma" userId="06f09f519dbeff77" providerId="LiveId" clId="{31BEA589-5596-4494-9CEC-94937A9C76CC}" dt="2025-05-09T18:19:21.005" v="1288"/>
        <pc:sldMkLst>
          <pc:docMk/>
          <pc:sldMk cId="1173912601" sldId="880"/>
        </pc:sldMkLst>
        <pc:spChg chg="mod">
          <ac:chgData name="Akshit Sharma" userId="06f09f519dbeff77" providerId="LiveId" clId="{31BEA589-5596-4494-9CEC-94937A9C76CC}" dt="2025-05-09T18:19:19.825" v="1287"/>
          <ac:spMkLst>
            <pc:docMk/>
            <pc:sldMk cId="1173912601" sldId="880"/>
            <ac:spMk id="4" creationId="{5BA942A6-C262-448C-36C3-8A22D5548AEC}"/>
          </ac:spMkLst>
        </pc:spChg>
        <pc:graphicFrameChg chg="mod modGraphic">
          <ac:chgData name="Akshit Sharma" userId="06f09f519dbeff77" providerId="LiveId" clId="{31BEA589-5596-4494-9CEC-94937A9C76CC}" dt="2025-05-09T18:19:21.005" v="1288"/>
          <ac:graphicFrameMkLst>
            <pc:docMk/>
            <pc:sldMk cId="1173912601" sldId="880"/>
            <ac:graphicFrameMk id="6" creationId="{898BA634-6669-9F87-EF31-1C45794045B7}"/>
          </ac:graphicFrameMkLst>
        </pc:graphicFrameChg>
      </pc:sldChg>
      <pc:sldChg chg="modSp mod">
        <pc:chgData name="Akshit Sharma" userId="06f09f519dbeff77" providerId="LiveId" clId="{31BEA589-5596-4494-9CEC-94937A9C76CC}" dt="2025-05-09T18:12:18.676" v="1180" actId="255"/>
        <pc:sldMkLst>
          <pc:docMk/>
          <pc:sldMk cId="2165737511" sldId="882"/>
        </pc:sldMkLst>
        <pc:spChg chg="mod">
          <ac:chgData name="Akshit Sharma" userId="06f09f519dbeff77" providerId="LiveId" clId="{31BEA589-5596-4494-9CEC-94937A9C76CC}" dt="2025-05-09T18:12:18.676" v="1180" actId="255"/>
          <ac:spMkLst>
            <pc:docMk/>
            <pc:sldMk cId="2165737511" sldId="882"/>
            <ac:spMk id="4" creationId="{FE0A155F-E9D3-CE9B-ED58-F6066AA93EAC}"/>
          </ac:spMkLst>
        </pc:spChg>
      </pc:sldChg>
      <pc:sldChg chg="addSp modSp mod">
        <pc:chgData name="Akshit Sharma" userId="06f09f519dbeff77" providerId="LiveId" clId="{31BEA589-5596-4494-9CEC-94937A9C76CC}" dt="2025-05-08T06:41:49.957" v="1094" actId="1076"/>
        <pc:sldMkLst>
          <pc:docMk/>
          <pc:sldMk cId="2279300875" sldId="883"/>
        </pc:sldMkLst>
        <pc:spChg chg="mod">
          <ac:chgData name="Akshit Sharma" userId="06f09f519dbeff77" providerId="LiveId" clId="{31BEA589-5596-4494-9CEC-94937A9C76CC}" dt="2025-05-07T19:05:08.608" v="1005" actId="20577"/>
          <ac:spMkLst>
            <pc:docMk/>
            <pc:sldMk cId="2279300875" sldId="883"/>
            <ac:spMk id="4" creationId="{99606774-D02D-0AA6-E33B-F48A47CAD52D}"/>
          </ac:spMkLst>
        </pc:spChg>
        <pc:spChg chg="add mod">
          <ac:chgData name="Akshit Sharma" userId="06f09f519dbeff77" providerId="LiveId" clId="{31BEA589-5596-4494-9CEC-94937A9C76CC}" dt="2025-05-07T19:06:01.901" v="1093" actId="20577"/>
          <ac:spMkLst>
            <pc:docMk/>
            <pc:sldMk cId="2279300875" sldId="883"/>
            <ac:spMk id="6" creationId="{03A7CD65-6DB3-D01D-E3FA-2F77E616B81E}"/>
          </ac:spMkLst>
        </pc:spChg>
        <pc:picChg chg="add mod">
          <ac:chgData name="Akshit Sharma" userId="06f09f519dbeff77" providerId="LiveId" clId="{31BEA589-5596-4494-9CEC-94937A9C76CC}" dt="2025-05-08T06:41:49.957" v="1094" actId="1076"/>
          <ac:picMkLst>
            <pc:docMk/>
            <pc:sldMk cId="2279300875" sldId="883"/>
            <ac:picMk id="5" creationId="{F5920200-FB7E-3F45-075A-FD18BCB3BF3F}"/>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2466"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dirty="0">
                <a:latin typeface="Helvetica" charset="0"/>
                <a:ea typeface="ＭＳ Ｐゴシック" charset="-128"/>
              </a:defRPr>
            </a:lvl1pPr>
          </a:lstStyle>
          <a:p>
            <a:pPr>
              <a:defRPr/>
            </a:pPr>
            <a:endParaRPr lang="en-US"/>
          </a:p>
        </p:txBody>
      </p:sp>
      <p:sp>
        <p:nvSpPr>
          <p:cNvPr id="62467" name="Rectangle 3"/>
          <p:cNvSpPr>
            <a:spLocks noGrp="1" noChangeArrowheads="1"/>
          </p:cNvSpPr>
          <p:nvPr>
            <p:ph type="dt" sz="quarter"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62468" name="Rectangle 4"/>
          <p:cNvSpPr>
            <a:spLocks noGrp="1" noChangeArrowheads="1"/>
          </p:cNvSpPr>
          <p:nvPr>
            <p:ph type="ftr" sz="quarter" idx="2"/>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62469" name="Rectangle 5"/>
          <p:cNvSpPr>
            <a:spLocks noGrp="1" noChangeArrowheads="1"/>
          </p:cNvSpPr>
          <p:nvPr>
            <p:ph type="sldNum" sz="quarter" idx="3"/>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5FAB118C-9CC5-46C6-A261-8E8616325EE7}" type="slidenum">
              <a:rPr lang="en-US" altLang="en-US"/>
              <a:pPr>
                <a:defRPr/>
              </a:pPr>
              <a:t>‹#›</a:t>
            </a:fld>
            <a:endParaRPr lang="en-US" altLang="en-US"/>
          </a:p>
        </p:txBody>
      </p:sp>
    </p:spTree>
    <p:extLst>
      <p:ext uri="{BB962C8B-B14F-4D97-AF65-F5344CB8AC3E}">
        <p14:creationId xmlns:p14="http://schemas.microsoft.com/office/powerpoint/2010/main" val="16299370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xfrm>
            <a:off x="0" y="0"/>
            <a:ext cx="4332288"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5" name="Rectangle 3"/>
          <p:cNvSpPr>
            <a:spLocks noGrp="1" noChangeArrowheads="1"/>
          </p:cNvSpPr>
          <p:nvPr>
            <p:ph type="dt" idx="1"/>
          </p:nvPr>
        </p:nvSpPr>
        <p:spPr bwMode="auto">
          <a:xfrm>
            <a:off x="5635625" y="0"/>
            <a:ext cx="4333875" cy="3333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lvl1pPr algn="r" defTabSz="913407">
              <a:defRPr sz="1200">
                <a:latin typeface="Helvetica" charset="0"/>
                <a:ea typeface="ＭＳ Ｐゴシック" charset="-128"/>
              </a:defRPr>
            </a:lvl1pPr>
          </a:lstStyle>
          <a:p>
            <a:pPr>
              <a:defRPr/>
            </a:pPr>
            <a:endParaRPr lang="en-US"/>
          </a:p>
        </p:txBody>
      </p:sp>
      <p:sp>
        <p:nvSpPr>
          <p:cNvPr id="16388" name="Rectangle 4"/>
          <p:cNvSpPr>
            <a:spLocks noGrp="1" noRot="1" noChangeAspect="1" noChangeArrowheads="1" noTextEdit="1"/>
          </p:cNvSpPr>
          <p:nvPr>
            <p:ph type="sldImg" idx="2"/>
          </p:nvPr>
        </p:nvSpPr>
        <p:spPr bwMode="auto">
          <a:xfrm>
            <a:off x="3230563" y="500063"/>
            <a:ext cx="3400425" cy="2551112"/>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7" name="Rectangle 5"/>
          <p:cNvSpPr>
            <a:spLocks noGrp="1" noChangeArrowheads="1"/>
          </p:cNvSpPr>
          <p:nvPr>
            <p:ph type="body" sz="quarter" idx="3"/>
          </p:nvPr>
        </p:nvSpPr>
        <p:spPr bwMode="auto">
          <a:xfrm>
            <a:off x="1300163" y="3221038"/>
            <a:ext cx="7369175" cy="3051175"/>
          </a:xfrm>
          <a:prstGeom prst="rect">
            <a:avLst/>
          </a:prstGeom>
          <a:noFill/>
          <a:ln w="9525">
            <a:noFill/>
            <a:miter lim="800000"/>
            <a:headEnd/>
            <a:tailEnd/>
          </a:ln>
        </p:spPr>
        <p:txBody>
          <a:bodyPr vert="horz" wrap="none" lIns="91428" tIns="45713" rIns="91428" bIns="45713" numCol="1" anchor="ctr"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4758" name="Rectangle 6"/>
          <p:cNvSpPr>
            <a:spLocks noGrp="1" noChangeArrowheads="1"/>
          </p:cNvSpPr>
          <p:nvPr>
            <p:ph type="ftr" sz="quarter" idx="4"/>
          </p:nvPr>
        </p:nvSpPr>
        <p:spPr bwMode="auto">
          <a:xfrm>
            <a:off x="0" y="6438900"/>
            <a:ext cx="4332288"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defTabSz="913407">
              <a:defRPr sz="1200">
                <a:latin typeface="Helvetica" charset="0"/>
                <a:ea typeface="ＭＳ Ｐゴシック" charset="-128"/>
              </a:defRPr>
            </a:lvl1pPr>
          </a:lstStyle>
          <a:p>
            <a:pPr>
              <a:defRPr/>
            </a:pPr>
            <a:endParaRPr lang="en-US"/>
          </a:p>
        </p:txBody>
      </p:sp>
      <p:sp>
        <p:nvSpPr>
          <p:cNvPr id="74759" name="Rectangle 7"/>
          <p:cNvSpPr>
            <a:spLocks noGrp="1" noChangeArrowheads="1"/>
          </p:cNvSpPr>
          <p:nvPr>
            <p:ph type="sldNum" sz="quarter" idx="5"/>
          </p:nvPr>
        </p:nvSpPr>
        <p:spPr bwMode="auto">
          <a:xfrm>
            <a:off x="5635625" y="6438900"/>
            <a:ext cx="4333875" cy="333375"/>
          </a:xfrm>
          <a:prstGeom prst="rect">
            <a:avLst/>
          </a:prstGeom>
          <a:noFill/>
          <a:ln w="9525">
            <a:noFill/>
            <a:miter lim="800000"/>
            <a:headEnd/>
            <a:tailEnd/>
          </a:ln>
        </p:spPr>
        <p:txBody>
          <a:bodyPr vert="horz" wrap="none" lIns="91428" tIns="45713" rIns="91428" bIns="45713" numCol="1" anchor="b" anchorCtr="0" compatLnSpc="1">
            <a:prstTxWarp prst="textNoShape">
              <a:avLst/>
            </a:prstTxWarp>
          </a:bodyPr>
          <a:lstStyle>
            <a:lvl1pPr algn="r" defTabSz="912813">
              <a:defRPr sz="1200">
                <a:latin typeface="Helvetica" panose="020B0604020202020204" pitchFamily="34" charset="0"/>
                <a:ea typeface="ＭＳ Ｐゴシック" panose="020B0600070205080204" pitchFamily="34" charset="-128"/>
              </a:defRPr>
            </a:lvl1pPr>
          </a:lstStyle>
          <a:p>
            <a:pPr>
              <a:defRPr/>
            </a:pPr>
            <a:fld id="{CA46AE8F-55D5-467D-8760-46AABFD6E887}" type="slidenum">
              <a:rPr lang="en-US" altLang="en-US"/>
              <a:pPr>
                <a:defRPr/>
              </a:pPr>
              <a:t>‹#›</a:t>
            </a:fld>
            <a:endParaRPr lang="en-US" altLang="en-US"/>
          </a:p>
        </p:txBody>
      </p:sp>
    </p:spTree>
    <p:extLst>
      <p:ext uri="{BB962C8B-B14F-4D97-AF65-F5344CB8AC3E}">
        <p14:creationId xmlns:p14="http://schemas.microsoft.com/office/powerpoint/2010/main" val="108972009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rgbClr val="E36C0A"/>
        </a:solidFill>
        <a:latin typeface="Times New Roman" charset="0"/>
        <a:ea typeface="MS PGothic" panose="020B0600070205080204"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anose="020B0600070205080204"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Rot="1" noChangeAspect="1" noChangeArrowheads="1" noTextEdit="1"/>
          </p:cNvSpPr>
          <p:nvPr>
            <p:ph type="sldImg"/>
          </p:nvPr>
        </p:nvSpPr>
        <p:spPr>
          <a:ln/>
        </p:spPr>
      </p:sp>
      <p:sp>
        <p:nvSpPr>
          <p:cNvPr id="1945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932539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1</a:t>
            </a:fld>
            <a:endParaRPr lang="en-US" altLang="en-US"/>
          </a:p>
        </p:txBody>
      </p:sp>
    </p:spTree>
    <p:extLst>
      <p:ext uri="{BB962C8B-B14F-4D97-AF65-F5344CB8AC3E}">
        <p14:creationId xmlns:p14="http://schemas.microsoft.com/office/powerpoint/2010/main" val="1870429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CA46AE8F-55D5-467D-8760-46AABFD6E887}" type="slidenum">
              <a:rPr lang="en-US" altLang="en-US" smtClean="0"/>
              <a:pPr>
                <a:defRPr/>
              </a:pPr>
              <a:t>20</a:t>
            </a:fld>
            <a:endParaRPr lang="en-US" altLang="en-US"/>
          </a:p>
        </p:txBody>
      </p:sp>
    </p:spTree>
    <p:extLst>
      <p:ext uri="{BB962C8B-B14F-4D97-AF65-F5344CB8AC3E}">
        <p14:creationId xmlns:p14="http://schemas.microsoft.com/office/powerpoint/2010/main" val="774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47458" name="Rectangle 2"/>
          <p:cNvSpPr>
            <a:spLocks noGrp="1" noChangeArrowheads="1"/>
          </p:cNvSpPr>
          <p:nvPr>
            <p:ph type="ctrTitle"/>
          </p:nvPr>
        </p:nvSpPr>
        <p:spPr>
          <a:xfrm>
            <a:off x="755373" y="685800"/>
            <a:ext cx="7901609" cy="1615966"/>
          </a:xfrm>
          <a:solidFill>
            <a:srgbClr val="D2691E"/>
          </a:solidFill>
          <a:ln>
            <a:solidFill>
              <a:srgbClr val="D2691E"/>
            </a:solidFill>
          </a:ln>
        </p:spPr>
        <p:txBody>
          <a:bodyPr/>
          <a:lstStyle>
            <a:lvl1pPr algn="ctr">
              <a:defRPr sz="3200"/>
            </a:lvl1pPr>
          </a:lstStyle>
          <a:p>
            <a:r>
              <a:rPr lang="en-US" dirty="0"/>
              <a:t>Click to edit Master title style</a:t>
            </a:r>
          </a:p>
        </p:txBody>
      </p:sp>
    </p:spTree>
    <p:extLst>
      <p:ext uri="{BB962C8B-B14F-4D97-AF65-F5344CB8AC3E}">
        <p14:creationId xmlns:p14="http://schemas.microsoft.com/office/powerpoint/2010/main" val="39881908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Rectangle 3">
            <a:extLst>
              <a:ext uri="{FF2B5EF4-FFF2-40B4-BE49-F238E27FC236}">
                <a16:creationId xmlns:a16="http://schemas.microsoft.com/office/drawing/2014/main" id="{660772DA-5EEF-F2DB-EA3A-53ED2791DE5A}"/>
              </a:ext>
            </a:extLst>
          </p:cNvPr>
          <p:cNvSpPr>
            <a:spLocks noGrp="1" noChangeArrowheads="1"/>
          </p:cNvSpPr>
          <p:nvPr>
            <p:ph type="title"/>
          </p:nvPr>
        </p:nvSpPr>
        <p:spPr bwMode="auto">
          <a:xfrm>
            <a:off x="40640" y="30480"/>
            <a:ext cx="8328752"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lvl1pPr marL="90488" indent="0">
              <a:tabLst/>
              <a:defRPr/>
            </a:lvl1pPr>
          </a:lstStyle>
          <a:p>
            <a:pPr lvl="0"/>
            <a:r>
              <a:rPr lang="en-US" altLang="en-US" dirty="0"/>
              <a:t>Click to edit Master title style</a:t>
            </a:r>
          </a:p>
        </p:txBody>
      </p:sp>
      <p:sp>
        <p:nvSpPr>
          <p:cNvPr id="7" name="Rectangle 4">
            <a:extLst>
              <a:ext uri="{FF2B5EF4-FFF2-40B4-BE49-F238E27FC236}">
                <a16:creationId xmlns:a16="http://schemas.microsoft.com/office/drawing/2014/main" id="{83A4BD7D-405F-9CB0-AA2C-010D5B4F7D04}"/>
              </a:ext>
            </a:extLst>
          </p:cNvPr>
          <p:cNvSpPr>
            <a:spLocks noGrp="1" noChangeArrowheads="1"/>
          </p:cNvSpPr>
          <p:nvPr>
            <p:ph idx="1" hasCustomPrompt="1"/>
          </p:nvPr>
        </p:nvSpPr>
        <p:spPr bwMode="auto">
          <a:xfrm>
            <a:off x="86197" y="782321"/>
            <a:ext cx="8953500" cy="59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800">
                <a:latin typeface="Helvetica" pitchFamily="2" charset="0"/>
              </a:defRPr>
            </a:lvl1pPr>
            <a:lvl2pPr>
              <a:defRPr sz="1600">
                <a:latin typeface="Helvetica" pitchFamily="2" charset="0"/>
              </a:defRPr>
            </a:lvl2pPr>
            <a:lvl3pPr>
              <a:defRPr sz="1600">
                <a:latin typeface="Helvetica" pitchFamily="2" charset="0"/>
              </a:defRPr>
            </a:lvl3pPr>
            <a:lvl4pPr>
              <a:defRPr sz="1600">
                <a:latin typeface="Helvetica" pitchFamily="2" charset="0"/>
              </a:defRPr>
            </a:lvl4pPr>
            <a:lvl5pPr>
              <a:defRPr sz="1600">
                <a:latin typeface="Helvetica" pitchFamily="2" charset="0"/>
              </a:defRPr>
            </a:lvl5p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cxnSp>
        <p:nvCxnSpPr>
          <p:cNvPr id="3" name="Straight Connector 2">
            <a:extLst>
              <a:ext uri="{FF2B5EF4-FFF2-40B4-BE49-F238E27FC236}">
                <a16:creationId xmlns:a16="http://schemas.microsoft.com/office/drawing/2014/main" id="{3B490A3F-A374-7A6E-AF01-14E3ADC8E0A4}"/>
              </a:ext>
            </a:extLst>
          </p:cNvPr>
          <p:cNvCxnSpPr/>
          <p:nvPr userDrawn="1"/>
        </p:nvCxnSpPr>
        <p:spPr bwMode="auto">
          <a:xfrm>
            <a:off x="579120" y="6658235"/>
            <a:ext cx="7934960" cy="0"/>
          </a:xfrm>
          <a:prstGeom prst="line">
            <a:avLst/>
          </a:prstGeom>
          <a:solidFill>
            <a:schemeClr val="accent1"/>
          </a:solidFill>
          <a:ln w="9525" cap="flat" cmpd="sng" algn="ctr">
            <a:solidFill>
              <a:srgbClr val="005493"/>
            </a:solidFill>
            <a:prstDash val="solid"/>
            <a:round/>
            <a:headEnd type="none" w="med" len="med"/>
            <a:tailEnd type="none" w="med" len="med"/>
          </a:ln>
          <a:effectLst/>
        </p:spPr>
      </p:cxnSp>
    </p:spTree>
    <p:extLst>
      <p:ext uri="{BB962C8B-B14F-4D97-AF65-F5344CB8AC3E}">
        <p14:creationId xmlns:p14="http://schemas.microsoft.com/office/powerpoint/2010/main" val="31374771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2F549-2A59-0EBE-B20C-FDD132AA057F}"/>
              </a:ext>
            </a:extLst>
          </p:cNvPr>
          <p:cNvSpPr>
            <a:spLocks noGrp="1"/>
          </p:cNvSpPr>
          <p:nvPr>
            <p:ph type="ctrTitle"/>
          </p:nvPr>
        </p:nvSpPr>
        <p:spPr>
          <a:xfrm>
            <a:off x="1143000" y="1122363"/>
            <a:ext cx="6858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5CF5E6B-4232-7F47-6572-C584B6248A37}"/>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1E4AA181-A82F-DFFF-0C75-00D161BB85DB}"/>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A78AAFD2-15E4-94FD-6B2F-AED1EAD5A9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4A8875-6B38-F6E0-7F20-3D45C9D45C63}"/>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7217186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D30DF3-5750-400D-C0A3-FD269105FD1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D39BC4B-D896-69F5-E7C3-62A4AB7A325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607398-FDC7-1A26-6F22-383DEF795CD9}"/>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38FFA35C-7866-57F6-19ED-0D2C92949C2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73EC1F-A855-3058-4205-BD67617BF5F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8347092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3BD2-D04D-C43F-C5DB-F859BE6BDC28}"/>
              </a:ext>
            </a:extLst>
          </p:cNvPr>
          <p:cNvSpPr>
            <a:spLocks noGrp="1"/>
          </p:cNvSpPr>
          <p:nvPr>
            <p:ph type="title"/>
          </p:nvPr>
        </p:nvSpPr>
        <p:spPr>
          <a:xfrm>
            <a:off x="623888" y="1709738"/>
            <a:ext cx="78867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095B6478-CD27-AAB2-D9C3-903711F7DC3E}"/>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40C36A2-37B4-E9CC-9FE7-FA068FC45CED}"/>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43DF65CB-C85A-1BEC-7089-2FDF5A62DC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94C664-95ED-AD50-E01A-84573DB4423E}"/>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94316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BCED-5EB5-47E1-0BF0-783FDEFE60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35DFF23-8CDF-00B4-69A6-7A113B7A156E}"/>
              </a:ext>
            </a:extLst>
          </p:cNvPr>
          <p:cNvSpPr>
            <a:spLocks noGrp="1"/>
          </p:cNvSpPr>
          <p:nvPr>
            <p:ph sz="half" idx="1"/>
          </p:nvPr>
        </p:nvSpPr>
        <p:spPr>
          <a:xfrm>
            <a:off x="62865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491131A-DEEA-72E3-2147-21823668A37F}"/>
              </a:ext>
            </a:extLst>
          </p:cNvPr>
          <p:cNvSpPr>
            <a:spLocks noGrp="1"/>
          </p:cNvSpPr>
          <p:nvPr>
            <p:ph sz="half" idx="2"/>
          </p:nvPr>
        </p:nvSpPr>
        <p:spPr>
          <a:xfrm>
            <a:off x="4648200" y="1825625"/>
            <a:ext cx="386715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915BF4E-F3EE-751A-3277-A34B448B89E3}"/>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666E018C-DE01-DD2D-91A4-8E4F4C4E0C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E027FA-4DB8-8064-7F50-FC33CF298986}"/>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8197578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C92F-1A51-C9CF-592B-B791F2B1B5F2}"/>
              </a:ext>
            </a:extLst>
          </p:cNvPr>
          <p:cNvSpPr>
            <a:spLocks noGrp="1"/>
          </p:cNvSpPr>
          <p:nvPr>
            <p:ph type="title"/>
          </p:nvPr>
        </p:nvSpPr>
        <p:spPr>
          <a:xfrm>
            <a:off x="630238" y="365125"/>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C3D5B5-0196-29B0-0C59-AFC50C28658B}"/>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90ECBA-F070-B624-1183-A804AB30FBAF}"/>
              </a:ext>
            </a:extLst>
          </p:cNvPr>
          <p:cNvSpPr>
            <a:spLocks noGrp="1"/>
          </p:cNvSpPr>
          <p:nvPr>
            <p:ph sz="half" idx="2"/>
          </p:nvPr>
        </p:nvSpPr>
        <p:spPr>
          <a:xfrm>
            <a:off x="630238" y="2505075"/>
            <a:ext cx="386873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2231DF-2850-ABEF-478F-712432FBF208}"/>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44D5C47-74CF-B0D8-AF5E-B61C5DF65AF9}"/>
              </a:ext>
            </a:extLst>
          </p:cNvPr>
          <p:cNvSpPr>
            <a:spLocks noGrp="1"/>
          </p:cNvSpPr>
          <p:nvPr>
            <p:ph sz="quarter" idx="4"/>
          </p:nvPr>
        </p:nvSpPr>
        <p:spPr>
          <a:xfrm>
            <a:off x="4629150" y="2505075"/>
            <a:ext cx="38877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6BBD41A-DE03-A4C3-D852-986217220238}"/>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8" name="Footer Placeholder 7">
            <a:extLst>
              <a:ext uri="{FF2B5EF4-FFF2-40B4-BE49-F238E27FC236}">
                <a16:creationId xmlns:a16="http://schemas.microsoft.com/office/drawing/2014/main" id="{CFAD5BAC-5376-F14B-A7C2-6448B9DA1FA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1D2040C-B4AA-29B9-072C-53D2377076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610206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A5863-EB41-7519-D5D8-504BBCE0E139}"/>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D75EA473-481E-7A4E-0D15-CA8C91261FAC}"/>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4" name="Footer Placeholder 3">
            <a:extLst>
              <a:ext uri="{FF2B5EF4-FFF2-40B4-BE49-F238E27FC236}">
                <a16:creationId xmlns:a16="http://schemas.microsoft.com/office/drawing/2014/main" id="{2D5B42F5-5CDF-FCB6-3FFD-50104AC0351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60D58FF-0702-F585-C5E9-AF667AD1D451}"/>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13177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AD166C8-F956-7DF6-EF97-BF79F049F572}"/>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3" name="Footer Placeholder 2">
            <a:extLst>
              <a:ext uri="{FF2B5EF4-FFF2-40B4-BE49-F238E27FC236}">
                <a16:creationId xmlns:a16="http://schemas.microsoft.com/office/drawing/2014/main" id="{6ADDFCA2-8259-1499-BB18-43AF6234E3F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E0F6BB-25BE-AE16-B87C-55A7EA6EEDE4}"/>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1360355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3372F-13DF-2C8B-A02E-7FA8660C1A30}"/>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C1FA82C-ED11-0064-5D40-A0969ACEB32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4B86AD5D-C77F-2DEB-F932-42D23B45915E}"/>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EC924465-317D-30C8-E120-77B800504FC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B6CA9908-C7A3-84A0-B790-860F5DA771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B5D6993-9C35-41D2-39DB-C35CAC96EB49}"/>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140823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15142-42C2-98C6-191B-7D76312C8DDF}"/>
              </a:ext>
            </a:extLst>
          </p:cNvPr>
          <p:cNvSpPr>
            <a:spLocks noGrp="1"/>
          </p:cNvSpPr>
          <p:nvPr>
            <p:ph type="title"/>
          </p:nvPr>
        </p:nvSpPr>
        <p:spPr>
          <a:xfrm>
            <a:off x="630238" y="457200"/>
            <a:ext cx="2949575"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93B79E1E-F134-700D-EE57-D753560BAA2E}"/>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D13C7F-9F56-6EE4-7729-50E8E87ABDB1}"/>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65A8426-D088-EB2C-AA97-0F35A0F9350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6" name="Footer Placeholder 5">
            <a:extLst>
              <a:ext uri="{FF2B5EF4-FFF2-40B4-BE49-F238E27FC236}">
                <a16:creationId xmlns:a16="http://schemas.microsoft.com/office/drawing/2014/main" id="{E3B94F67-DE2A-27E0-A332-10FED3DE10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3C3980A-1732-61A9-1869-56D8BB428CA7}"/>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53613624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E0EA8-09A8-DB4C-245F-2B2ACFAFDA2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BB735B-DE2A-097B-BF58-29178F6E8D5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064DBF62-F6A7-8AA2-F96A-D569858AFC61}"/>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00562532-AE81-CABD-BF79-AE45984E0D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780679-0A10-B48C-45F5-CD24BEF1920C}"/>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79454440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C7BEC8-8876-DCEC-4C31-E710E5C6668C}"/>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D927F8C-50FA-23DD-E83D-04B4768148E6}"/>
              </a:ext>
            </a:extLst>
          </p:cNvPr>
          <p:cNvSpPr>
            <a:spLocks noGrp="1"/>
          </p:cNvSpPr>
          <p:nvPr>
            <p:ph type="body" orient="vert" idx="1"/>
          </p:nvPr>
        </p:nvSpPr>
        <p:spPr>
          <a:xfrm>
            <a:off x="628650" y="365125"/>
            <a:ext cx="57626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BBBE797-D19F-0A9F-0C01-A618122567E9}"/>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5F2A5B23-40E1-9EB6-E8AB-800821F5BB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1CA9C8-FF39-4ACB-2644-7DBFF351F56F}"/>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24359080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F0007-9E92-488F-FBC3-8F416B54870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D95664E-E30C-F040-0357-44B0CD989C0E}"/>
              </a:ext>
            </a:extLst>
          </p:cNvPr>
          <p:cNvSpPr>
            <a:spLocks noGrp="1"/>
          </p:cNvSpPr>
          <p:nvPr>
            <p:ph type="dt" sz="half" idx="10"/>
          </p:nvPr>
        </p:nvSpPr>
        <p:spPr/>
        <p:txBody>
          <a:bodyPr/>
          <a:lstStyle/>
          <a:p>
            <a:fld id="{93A0509C-50A6-7446-A231-A4C5FA90B28F}" type="datetimeFigureOut">
              <a:rPr lang="en-US" smtClean="0"/>
              <a:t>5/9/2025</a:t>
            </a:fld>
            <a:endParaRPr lang="en-US"/>
          </a:p>
        </p:txBody>
      </p:sp>
      <p:sp>
        <p:nvSpPr>
          <p:cNvPr id="4" name="Footer Placeholder 3">
            <a:extLst>
              <a:ext uri="{FF2B5EF4-FFF2-40B4-BE49-F238E27FC236}">
                <a16:creationId xmlns:a16="http://schemas.microsoft.com/office/drawing/2014/main" id="{FF909917-0B98-9D01-2161-181852C1E7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F9CBC5-B5C7-CB3D-CD6C-C05C764C1828}"/>
              </a:ext>
            </a:extLst>
          </p:cNvPr>
          <p:cNvSpPr>
            <a:spLocks noGrp="1"/>
          </p:cNvSpPr>
          <p:nvPr>
            <p:ph type="sldNum" sz="quarter" idx="12"/>
          </p:nvPr>
        </p:nvSpPr>
        <p:spPr/>
        <p:txBody>
          <a:bodyPr/>
          <a:lstStyle/>
          <a:p>
            <a:fld id="{724D7B32-6FB4-9B4F-9C66-D4AD63211B8B}" type="slidenum">
              <a:rPr lang="en-US" smtClean="0"/>
              <a:t>‹#›</a:t>
            </a:fld>
            <a:endParaRPr lang="en-US"/>
          </a:p>
        </p:txBody>
      </p:sp>
    </p:spTree>
    <p:extLst>
      <p:ext uri="{BB962C8B-B14F-4D97-AF65-F5344CB8AC3E}">
        <p14:creationId xmlns:p14="http://schemas.microsoft.com/office/powerpoint/2010/main" val="355405853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30480" y="27846"/>
            <a:ext cx="8328751" cy="694064"/>
          </a:xfrm>
          <a:prstGeom prst="rect">
            <a:avLst/>
          </a:prstGeom>
          <a:solidFill>
            <a:srgbClr val="0037A4"/>
          </a:solidFill>
          <a:ln w="31750">
            <a:solidFill>
              <a:schemeClr val="bg1"/>
            </a:solidFill>
            <a:miter lim="800000"/>
            <a:headEnd/>
            <a:tailEnd/>
          </a:ln>
        </p:spPr>
        <p:txBody>
          <a:bodyPr vert="horz" wrap="square" lIns="91440" tIns="45720" rIns="91440" bIns="45720" numCol="1" anchor="ctr" anchorCtr="0" compatLnSpc="1">
            <a:prstTxWarp prst="textNoShape">
              <a:avLst/>
            </a:prstTxWarp>
          </a:bodyPr>
          <a:lstStyle/>
          <a:p>
            <a:pPr lvl="0"/>
            <a:r>
              <a:rPr lang="en-US" altLang="en-US" dirty="0"/>
              <a:t> Click to edit Master title style</a:t>
            </a:r>
          </a:p>
        </p:txBody>
      </p:sp>
      <p:sp>
        <p:nvSpPr>
          <p:cNvPr id="1027" name="Rectangle 4"/>
          <p:cNvSpPr>
            <a:spLocks noGrp="1" noChangeArrowheads="1"/>
          </p:cNvSpPr>
          <p:nvPr>
            <p:ph type="body" idx="1"/>
          </p:nvPr>
        </p:nvSpPr>
        <p:spPr bwMode="auto">
          <a:xfrm>
            <a:off x="86197" y="782321"/>
            <a:ext cx="8953500" cy="58315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  </a:t>
            </a:r>
          </a:p>
        </p:txBody>
      </p:sp>
      <p:sp>
        <p:nvSpPr>
          <p:cNvPr id="1028" name="Text Box 11"/>
          <p:cNvSpPr txBox="1">
            <a:spLocks noChangeArrowheads="1"/>
          </p:cNvSpPr>
          <p:nvPr userDrawn="1"/>
        </p:nvSpPr>
        <p:spPr bwMode="auto">
          <a:xfrm>
            <a:off x="4259263" y="6126163"/>
            <a:ext cx="1928812"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Verdana" panose="020B0604030504040204" pitchFamily="34" charset="0"/>
                <a:ea typeface="ＭＳ Ｐゴシック" panose="020B0600070205080204" pitchFamily="34" charset="-128"/>
              </a:defRPr>
            </a:lvl1pPr>
            <a:lvl2pPr marL="742950" indent="-285750">
              <a:defRPr>
                <a:solidFill>
                  <a:schemeClr val="tx1"/>
                </a:solidFill>
                <a:latin typeface="Verdana" panose="020B0604030504040204" pitchFamily="34" charset="0"/>
                <a:ea typeface="ＭＳ Ｐゴシック" panose="020B0600070205080204" pitchFamily="34" charset="-128"/>
              </a:defRPr>
            </a:lvl2pPr>
            <a:lvl3pPr marL="1143000" indent="-228600">
              <a:defRPr>
                <a:solidFill>
                  <a:schemeClr val="tx1"/>
                </a:solidFill>
                <a:latin typeface="Verdana" panose="020B0604030504040204" pitchFamily="34" charset="0"/>
                <a:ea typeface="ＭＳ Ｐゴシック" panose="020B0600070205080204" pitchFamily="34" charset="-128"/>
              </a:defRPr>
            </a:lvl3pPr>
            <a:lvl4pPr marL="1600200" indent="-228600">
              <a:defRPr>
                <a:solidFill>
                  <a:schemeClr val="tx1"/>
                </a:solidFill>
                <a:latin typeface="Verdana" panose="020B0604030504040204" pitchFamily="34" charset="0"/>
                <a:ea typeface="ＭＳ Ｐゴシック" panose="020B0600070205080204" pitchFamily="34" charset="-128"/>
              </a:defRPr>
            </a:lvl4pPr>
            <a:lvl5pPr marL="2057400" indent="-228600">
              <a:defRPr>
                <a:solidFill>
                  <a:schemeClr val="tx1"/>
                </a:solidFill>
                <a:latin typeface="Verdana" panose="020B060403050404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ＭＳ Ｐゴシック" panose="020B0600070205080204" pitchFamily="34" charset="-128"/>
              </a:defRPr>
            </a:lvl9pPr>
          </a:lstStyle>
          <a:p>
            <a:pPr algn="ctr">
              <a:spcBef>
                <a:spcPct val="50000"/>
              </a:spcBef>
              <a:defRPr/>
            </a:pPr>
            <a:fld id="{FEE6AF91-C5F0-494A-81BE-8C742BFB874C}" type="datetime2">
              <a:rPr lang="en-US" altLang="en-US" sz="1000" b="1" smtClean="0">
                <a:solidFill>
                  <a:schemeClr val="bg1"/>
                </a:solidFill>
                <a:latin typeface="Helvetica" panose="020B0604020202020204" pitchFamily="34" charset="0"/>
              </a:rPr>
              <a:pPr algn="ctr">
                <a:spcBef>
                  <a:spcPct val="50000"/>
                </a:spcBef>
                <a:defRPr/>
              </a:pPr>
              <a:t>Friday, May 9, 2025</a:t>
            </a:fld>
            <a:endParaRPr lang="en-US" altLang="en-US" sz="1000" b="1">
              <a:solidFill>
                <a:schemeClr val="bg1"/>
              </a:solidFill>
              <a:latin typeface="Helvetica" panose="020B0604020202020204" pitchFamily="34" charset="0"/>
            </a:endParaRPr>
          </a:p>
        </p:txBody>
      </p:sp>
      <p:pic>
        <p:nvPicPr>
          <p:cNvPr id="3" name="Picture 2" descr="JUIT Office Photos | Glassdoor">
            <a:extLst>
              <a:ext uri="{FF2B5EF4-FFF2-40B4-BE49-F238E27FC236}">
                <a16:creationId xmlns:a16="http://schemas.microsoft.com/office/drawing/2014/main" id="{9C49182E-65AF-DD89-1EC9-BD22AFA98742}"/>
              </a:ext>
            </a:extLst>
          </p:cNvPr>
          <p:cNvPicPr>
            <a:picLocks noChangeAspect="1" noChangeArrowheads="1"/>
          </p:cNvPicPr>
          <p:nvPr userDrawn="1"/>
        </p:nvPicPr>
        <p:blipFill>
          <a:blip r:embed="rId4" cstate="print"/>
          <a:srcRect/>
          <a:stretch>
            <a:fillRect/>
          </a:stretch>
        </p:blipFill>
        <p:spPr bwMode="auto">
          <a:xfrm>
            <a:off x="8349072" y="42901"/>
            <a:ext cx="815248" cy="679009"/>
          </a:xfrm>
          <a:prstGeom prst="rect">
            <a:avLst/>
          </a:prstGeom>
          <a:noFill/>
        </p:spPr>
      </p:pic>
      <p:sp>
        <p:nvSpPr>
          <p:cNvPr id="2" name="Footer Placeholder 11">
            <a:extLst>
              <a:ext uri="{FF2B5EF4-FFF2-40B4-BE49-F238E27FC236}">
                <a16:creationId xmlns:a16="http://schemas.microsoft.com/office/drawing/2014/main" id="{1EF5F1E6-CB5A-2AA7-E80E-C34A90324CDF}"/>
              </a:ext>
            </a:extLst>
          </p:cNvPr>
          <p:cNvSpPr txBox="1">
            <a:spLocks/>
          </p:cNvSpPr>
          <p:nvPr userDrawn="1"/>
        </p:nvSpPr>
        <p:spPr>
          <a:xfrm>
            <a:off x="123673" y="6687228"/>
            <a:ext cx="8694256" cy="195391"/>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950" dirty="0">
                <a:solidFill>
                  <a:srgbClr val="002060"/>
                </a:solidFill>
                <a:latin typeface="Palatino" pitchFamily="2" charset="77"/>
                <a:ea typeface="Palatino" pitchFamily="2" charset="77"/>
              </a:rPr>
              <a:t>       </a:t>
            </a:r>
            <a:r>
              <a:rPr lang="en-US" sz="900" dirty="0">
                <a:solidFill>
                  <a:srgbClr val="002060"/>
                </a:solidFill>
                <a:latin typeface="Palatino" pitchFamily="2" charset="77"/>
                <a:ea typeface="Palatino" pitchFamily="2" charset="77"/>
              </a:rPr>
              <a:t>Major Project – II (18B19CI891) End-Term Evaluation | Department of CSE &amp; IT | AY 2024-25. </a:t>
            </a:r>
          </a:p>
        </p:txBody>
      </p:sp>
      <p:sp>
        <p:nvSpPr>
          <p:cNvPr id="4" name="Footer Placeholder 11">
            <a:extLst>
              <a:ext uri="{FF2B5EF4-FFF2-40B4-BE49-F238E27FC236}">
                <a16:creationId xmlns:a16="http://schemas.microsoft.com/office/drawing/2014/main" id="{8C0F4A93-94A3-EEA3-40A0-2AA166503844}"/>
              </a:ext>
            </a:extLst>
          </p:cNvPr>
          <p:cNvSpPr txBox="1">
            <a:spLocks/>
          </p:cNvSpPr>
          <p:nvPr userDrawn="1"/>
        </p:nvSpPr>
        <p:spPr>
          <a:xfrm>
            <a:off x="8798560" y="6613912"/>
            <a:ext cx="259243" cy="246062"/>
          </a:xfrm>
          <a:prstGeom prst="rect">
            <a:avLst/>
          </a:prstGeom>
        </p:spPr>
        <p:txBody>
          <a:bodyPr anchor="b"/>
          <a:lstStyle>
            <a:defPPr>
              <a:defRPr lang="en-US"/>
            </a:defPPr>
            <a:lvl1pPr marL="0" algn="l" defTabSz="914400" rtl="0" eaLnBrk="1" latinLnBrk="0" hangingPunct="1">
              <a:defRPr kumimoji="0" sz="1200" kern="1200">
                <a:solidFill>
                  <a:schemeClr val="bg2">
                    <a:shade val="50000"/>
                    <a:satMod val="200000"/>
                  </a:schemeClr>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sz="950" dirty="0">
              <a:solidFill>
                <a:srgbClr val="002060"/>
              </a:solidFill>
              <a:latin typeface="Palatino" pitchFamily="2" charset="77"/>
              <a:ea typeface="Palatino" pitchFamily="2" charset="77"/>
            </a:endParaRPr>
          </a:p>
        </p:txBody>
      </p:sp>
      <p:sp>
        <p:nvSpPr>
          <p:cNvPr id="5" name="TextBox 4">
            <a:extLst>
              <a:ext uri="{FF2B5EF4-FFF2-40B4-BE49-F238E27FC236}">
                <a16:creationId xmlns:a16="http://schemas.microsoft.com/office/drawing/2014/main" id="{11C1E367-86B8-5C9F-E2DA-EA8B374AA0AD}"/>
              </a:ext>
            </a:extLst>
          </p:cNvPr>
          <p:cNvSpPr txBox="1"/>
          <p:nvPr userDrawn="1"/>
        </p:nvSpPr>
        <p:spPr>
          <a:xfrm>
            <a:off x="8798560" y="6644391"/>
            <a:ext cx="365760" cy="230832"/>
          </a:xfrm>
          <a:prstGeom prst="rect">
            <a:avLst/>
          </a:prstGeom>
          <a:noFill/>
        </p:spPr>
        <p:txBody>
          <a:bodyPr wrap="square" rtlCol="0">
            <a:spAutoFit/>
          </a:bodyPr>
          <a:lstStyle/>
          <a:p>
            <a:pPr algn="ctr"/>
            <a:fld id="{EF37DA46-7849-8B45-8870-09779661198C}" type="slidenum">
              <a:rPr lang="en-US" sz="900" smtClean="0">
                <a:solidFill>
                  <a:srgbClr val="005493"/>
                </a:solidFill>
                <a:latin typeface="Palatino" pitchFamily="2" charset="77"/>
                <a:ea typeface="Palatino" pitchFamily="2" charset="77"/>
              </a:rPr>
              <a:pPr algn="ctr"/>
              <a:t>‹#›</a:t>
            </a:fld>
            <a:r>
              <a:rPr lang="en-US" sz="900" dirty="0">
                <a:solidFill>
                  <a:srgbClr val="005493"/>
                </a:solidFill>
                <a:latin typeface="Palatino" pitchFamily="2" charset="77"/>
                <a:ea typeface="Palatino" pitchFamily="2" charset="77"/>
              </a:rPr>
              <a:t>.</a:t>
            </a:r>
          </a:p>
        </p:txBody>
      </p:sp>
    </p:spTree>
  </p:cSld>
  <p:clrMap bg1="lt1" tx1="dk1" bg2="lt2" tx2="dk2" accent1="accent1" accent2="accent2" accent3="accent3" accent4="accent4" accent5="accent5" accent6="accent6" hlink="hlink" folHlink="folHlink"/>
  <p:sldLayoutIdLst>
    <p:sldLayoutId id="2147484987" r:id="rId1"/>
    <p:sldLayoutId id="2147484985" r:id="rId2"/>
  </p:sldLayoutIdLst>
  <p:hf hdr="0" ftr="0" dt="0"/>
  <p:txStyles>
    <p:titleStyle>
      <a:lvl1pPr algn="l" rtl="0" eaLnBrk="0" fontAlgn="base" hangingPunct="0">
        <a:spcBef>
          <a:spcPct val="0"/>
        </a:spcBef>
        <a:spcAft>
          <a:spcPct val="0"/>
        </a:spcAft>
        <a:defRPr sz="2400" b="1">
          <a:solidFill>
            <a:schemeClr val="bg1"/>
          </a:solidFill>
          <a:latin typeface="+mn-lt"/>
          <a:ea typeface="MS PGothic" panose="020B0600070205080204" pitchFamily="34" charset="-128"/>
          <a:cs typeface="ＭＳ Ｐゴシック" charset="-128"/>
        </a:defRPr>
      </a:lvl1pPr>
      <a:lvl2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2pPr>
      <a:lvl3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3pPr>
      <a:lvl4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4pPr>
      <a:lvl5pPr algn="l" rtl="0" eaLnBrk="0" fontAlgn="base" hangingPunct="0">
        <a:spcBef>
          <a:spcPct val="0"/>
        </a:spcBef>
        <a:spcAft>
          <a:spcPct val="0"/>
        </a:spcAft>
        <a:defRPr sz="2400">
          <a:solidFill>
            <a:schemeClr val="bg1"/>
          </a:solidFill>
          <a:latin typeface="Helvetica" panose="020B0604020202020204" pitchFamily="34" charset="0"/>
          <a:ea typeface="MS PGothic" panose="020B0600070205080204"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31EF06-99F3-7E6C-9BF2-BD4BE6185394}"/>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D0F1F65-9F9F-07B2-D418-72BC478BF55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0F58697-C660-8953-14A2-614079BBDE63}"/>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A0509C-50A6-7446-A231-A4C5FA90B28F}" type="datetimeFigureOut">
              <a:rPr lang="en-US" smtClean="0"/>
              <a:t>5/9/2025</a:t>
            </a:fld>
            <a:endParaRPr lang="en-US"/>
          </a:p>
        </p:txBody>
      </p:sp>
      <p:sp>
        <p:nvSpPr>
          <p:cNvPr id="5" name="Footer Placeholder 4">
            <a:extLst>
              <a:ext uri="{FF2B5EF4-FFF2-40B4-BE49-F238E27FC236}">
                <a16:creationId xmlns:a16="http://schemas.microsoft.com/office/drawing/2014/main" id="{4E11EF59-EF14-9B74-67DE-1763E5B7A251}"/>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978D9C0-D19B-AF9A-1547-969981E03844}"/>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4D7B32-6FB4-9B4F-9C66-D4AD63211B8B}" type="slidenum">
              <a:rPr lang="en-US" smtClean="0"/>
              <a:t>‹#›</a:t>
            </a:fld>
            <a:endParaRPr lang="en-US"/>
          </a:p>
        </p:txBody>
      </p:sp>
    </p:spTree>
    <p:extLst>
      <p:ext uri="{BB962C8B-B14F-4D97-AF65-F5344CB8AC3E}">
        <p14:creationId xmlns:p14="http://schemas.microsoft.com/office/powerpoint/2010/main" val="4234593331"/>
      </p:ext>
    </p:extLst>
  </p:cSld>
  <p:clrMap bg1="lt1" tx1="dk1" bg2="lt2" tx2="dk2" accent1="accent1" accent2="accent2" accent3="accent3" accent4="accent4" accent5="accent5" accent6="accent6" hlink="hlink" folHlink="folHlink"/>
  <p:sldLayoutIdLst>
    <p:sldLayoutId id="2147484989" r:id="rId1"/>
    <p:sldLayoutId id="2147484990" r:id="rId2"/>
    <p:sldLayoutId id="2147484991" r:id="rId3"/>
    <p:sldLayoutId id="2147484992" r:id="rId4"/>
    <p:sldLayoutId id="2147484993" r:id="rId5"/>
    <p:sldLayoutId id="2147484994" r:id="rId6"/>
    <p:sldLayoutId id="2147484995" r:id="rId7"/>
    <p:sldLayoutId id="2147484996" r:id="rId8"/>
    <p:sldLayoutId id="2147484997" r:id="rId9"/>
    <p:sldLayoutId id="2147484998" r:id="rId10"/>
    <p:sldLayoutId id="2147484999" r:id="rId11"/>
    <p:sldLayoutId id="214748500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github.com/SimranBytes/Authentication_Using_Behavioral_Biometrics"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ctrTitle"/>
          </p:nvPr>
        </p:nvSpPr>
        <p:spPr>
          <a:xfrm>
            <a:off x="0" y="3511380"/>
            <a:ext cx="9144000" cy="759871"/>
          </a:xfrm>
          <a:solidFill>
            <a:srgbClr val="0037A4"/>
          </a:solidFill>
          <a:ln w="19050">
            <a:solidFill>
              <a:schemeClr val="bg1"/>
            </a:solidFill>
          </a:ln>
        </p:spPr>
        <p:txBody>
          <a:bodyPr anchor="t"/>
          <a:lstStyle/>
          <a:p>
            <a:pPr eaLnBrk="1" hangingPunct="1">
              <a:lnSpc>
                <a:spcPct val="150000"/>
              </a:lnSpc>
            </a:pPr>
            <a:r>
              <a:rPr lang="en-US" altLang="en-US" sz="2800" dirty="0">
                <a:cs typeface="Tahoma" panose="020B0604030504040204" pitchFamily="34" charset="0"/>
              </a:rPr>
              <a:t>Authentication using Behavioral Biometrics</a:t>
            </a:r>
            <a:endParaRPr lang="en-US" altLang="en-US" sz="1400" b="1" dirty="0">
              <a:cs typeface="Tahoma" panose="020B0604030504040204" pitchFamily="34" charset="0"/>
            </a:endParaRPr>
          </a:p>
        </p:txBody>
      </p:sp>
      <p:sp>
        <p:nvSpPr>
          <p:cNvPr id="5" name="Rectangle 4">
            <a:extLst>
              <a:ext uri="{FF2B5EF4-FFF2-40B4-BE49-F238E27FC236}">
                <a16:creationId xmlns:a16="http://schemas.microsoft.com/office/drawing/2014/main" id="{DC1FB7B0-90E1-217E-359E-488BB2E7656E}"/>
              </a:ext>
            </a:extLst>
          </p:cNvPr>
          <p:cNvSpPr/>
          <p:nvPr/>
        </p:nvSpPr>
        <p:spPr>
          <a:xfrm>
            <a:off x="1397314" y="2108091"/>
            <a:ext cx="6349367" cy="1069524"/>
          </a:xfrm>
          <a:prstGeom prst="rect">
            <a:avLst/>
          </a:prstGeom>
        </p:spPr>
        <p:txBody>
          <a:bodyPr wrap="none">
            <a:spAutoFit/>
          </a:bodyPr>
          <a:lstStyle/>
          <a:p>
            <a:pPr algn="ctr">
              <a:lnSpc>
                <a:spcPct val="150000"/>
              </a:lnSpc>
            </a:pPr>
            <a:r>
              <a:rPr lang="en-IN" sz="2400" b="1" dirty="0">
                <a:latin typeface="Palatino" pitchFamily="2" charset="77"/>
                <a:ea typeface="Palatino" pitchFamily="2" charset="77"/>
                <a:cs typeface="Times New Roman" pitchFamily="18" charset="0"/>
              </a:rPr>
              <a:t>Major Project - II (18B19CI891) | AY 2024-25</a:t>
            </a:r>
          </a:p>
          <a:p>
            <a:pPr algn="ctr">
              <a:lnSpc>
                <a:spcPct val="150000"/>
              </a:lnSpc>
            </a:pPr>
            <a:r>
              <a:rPr lang="en-IN" sz="2000" b="1" dirty="0">
                <a:latin typeface="Palatino" pitchFamily="2" charset="77"/>
                <a:ea typeface="Palatino" pitchFamily="2" charset="77"/>
                <a:cs typeface="Times New Roman" pitchFamily="18" charset="0"/>
              </a:rPr>
              <a:t>End-Term Evaluation | May 16-17, 2025.</a:t>
            </a:r>
          </a:p>
        </p:txBody>
      </p:sp>
      <p:sp>
        <p:nvSpPr>
          <p:cNvPr id="6" name="TextBox 5">
            <a:extLst>
              <a:ext uri="{FF2B5EF4-FFF2-40B4-BE49-F238E27FC236}">
                <a16:creationId xmlns:a16="http://schemas.microsoft.com/office/drawing/2014/main" id="{C24B7EDF-18D7-C792-681D-E69AE68A4AAB}"/>
              </a:ext>
            </a:extLst>
          </p:cNvPr>
          <p:cNvSpPr txBox="1"/>
          <p:nvPr/>
        </p:nvSpPr>
        <p:spPr>
          <a:xfrm>
            <a:off x="571041" y="4492255"/>
            <a:ext cx="3620582" cy="2054730"/>
          </a:xfrm>
          <a:prstGeom prst="rect">
            <a:avLst/>
          </a:prstGeom>
          <a:noFill/>
        </p:spPr>
        <p:txBody>
          <a:bodyPr wrap="square" rtlCol="0">
            <a:spAutoFit/>
          </a:bodyPr>
          <a:lstStyle/>
          <a:p>
            <a:r>
              <a:rPr lang="en-US" b="1" dirty="0">
                <a:latin typeface="Helvetica" pitchFamily="2" charset="0"/>
                <a:ea typeface="Palatino" pitchFamily="2" charset="77"/>
                <a:cs typeface="Times New Roman" panose="02020603050405020304" pitchFamily="18" charset="0"/>
              </a:rPr>
              <a:t>Group No.: 36</a:t>
            </a:r>
          </a:p>
          <a:p>
            <a:endParaRPr lang="en-IN" sz="1800" dirty="0">
              <a:latin typeface="Helvetica" pitchFamily="2" charset="0"/>
              <a:ea typeface="Palatino" pitchFamily="2" charset="77"/>
              <a:cs typeface="Times New Roman" panose="02020603050405020304" pitchFamily="18" charset="0"/>
            </a:endParaRPr>
          </a:p>
          <a:p>
            <a:pPr>
              <a:lnSpc>
                <a:spcPct val="114000"/>
              </a:lnSpc>
            </a:pPr>
            <a:r>
              <a:rPr lang="en-IN" sz="1800" b="1" dirty="0">
                <a:latin typeface="Helvetica" pitchFamily="2" charset="0"/>
                <a:ea typeface="Palatino" pitchFamily="2" charset="77"/>
                <a:cs typeface="Times New Roman" panose="02020603050405020304" pitchFamily="18" charset="0"/>
              </a:rPr>
              <a:t>Team Member (s)</a:t>
            </a:r>
            <a:endParaRPr lang="en-US" sz="1800" b="1" dirty="0">
              <a:latin typeface="Helvetica" pitchFamily="2" charset="0"/>
              <a:ea typeface="Palatino" pitchFamily="2" charset="77"/>
              <a:cs typeface="Times New Roman" pitchFamily="18" charset="0"/>
            </a:endParaRPr>
          </a:p>
          <a:p>
            <a:pPr marL="285750" indent="-285750">
              <a:lnSpc>
                <a:spcPct val="125000"/>
              </a:lnSpc>
              <a:spcBef>
                <a:spcPts val="1200"/>
              </a:spcBef>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Akshit Sharma (211435)</a:t>
            </a:r>
          </a:p>
          <a:p>
            <a:pPr marL="285750" indent="-285750">
              <a:lnSpc>
                <a:spcPct val="125000"/>
              </a:lnSpc>
              <a:buFont typeface="Arial" panose="020B0604020202020204" pitchFamily="34" charset="0"/>
              <a:buChar char="•"/>
            </a:pPr>
            <a:r>
              <a:rPr lang="en-US" sz="1800" dirty="0">
                <a:latin typeface="Tahoma" panose="020B0604030504040204" pitchFamily="34" charset="0"/>
                <a:ea typeface="Tahoma" panose="020B0604030504040204" pitchFamily="34" charset="0"/>
                <a:cs typeface="Tahoma" panose="020B0604030504040204" pitchFamily="34" charset="0"/>
              </a:rPr>
              <a:t>Simran (211442)</a:t>
            </a:r>
          </a:p>
          <a:p>
            <a:pPr algn="ctr"/>
            <a:endParaRPr lang="en-US" sz="1600" dirty="0">
              <a:latin typeface="Helvetica" pitchFamily="2" charset="0"/>
              <a:ea typeface="Palatino" pitchFamily="2" charset="77"/>
              <a:cs typeface="Times New Roman" pitchFamily="18" charset="0"/>
            </a:endParaRPr>
          </a:p>
        </p:txBody>
      </p:sp>
      <p:sp>
        <p:nvSpPr>
          <p:cNvPr id="7" name="TextBox 6">
            <a:extLst>
              <a:ext uri="{FF2B5EF4-FFF2-40B4-BE49-F238E27FC236}">
                <a16:creationId xmlns:a16="http://schemas.microsoft.com/office/drawing/2014/main" id="{E3E2713F-9CAD-198F-43B7-75929E7A5424}"/>
              </a:ext>
            </a:extLst>
          </p:cNvPr>
          <p:cNvSpPr txBox="1"/>
          <p:nvPr/>
        </p:nvSpPr>
        <p:spPr>
          <a:xfrm>
            <a:off x="4793329" y="5064118"/>
            <a:ext cx="4118326" cy="1411733"/>
          </a:xfrm>
          <a:prstGeom prst="rect">
            <a:avLst/>
          </a:prstGeom>
          <a:noFill/>
        </p:spPr>
        <p:txBody>
          <a:bodyPr wrap="square" rtlCol="0">
            <a:spAutoFit/>
          </a:bodyPr>
          <a:lstStyle/>
          <a:p>
            <a:r>
              <a:rPr lang="en-US" sz="1800" b="1" dirty="0">
                <a:latin typeface="Helvetica" pitchFamily="2" charset="0"/>
                <a:ea typeface="Tahoma" panose="020B0604030504040204" pitchFamily="34" charset="0"/>
                <a:cs typeface="Tahoma" panose="020B0604030504040204" pitchFamily="34" charset="0"/>
              </a:rPr>
              <a:t>Supervisor (s)</a:t>
            </a:r>
          </a:p>
          <a:p>
            <a:pPr marL="342900" indent="-342900">
              <a:lnSpc>
                <a:spcPct val="125000"/>
              </a:lnSpc>
              <a:spcBef>
                <a:spcPts val="1200"/>
              </a:spcBef>
              <a:buFont typeface="Arial" panose="020B0604020202020204" pitchFamily="34" charset="0"/>
              <a:buChar char="•"/>
            </a:pPr>
            <a:r>
              <a:rPr lang="en-US" sz="1600" dirty="0">
                <a:latin typeface="Tahoma" panose="020B0604030504040204" pitchFamily="34" charset="0"/>
                <a:ea typeface="Tahoma" panose="020B0604030504040204" pitchFamily="34" charset="0"/>
                <a:cs typeface="Tahoma" panose="020B0604030504040204" pitchFamily="34" charset="0"/>
              </a:rPr>
              <a:t>Name: Dr. Kushal Kanwar</a:t>
            </a:r>
          </a:p>
          <a:p>
            <a:pPr marL="357188">
              <a:lnSpc>
                <a:spcPct val="125000"/>
              </a:lnSpc>
            </a:pPr>
            <a:r>
              <a:rPr lang="en-US" sz="1600" dirty="0">
                <a:latin typeface="Tahoma" panose="020B0604030504040204" pitchFamily="34" charset="0"/>
                <a:ea typeface="Tahoma" panose="020B0604030504040204" pitchFamily="34" charset="0"/>
                <a:cs typeface="Tahoma" panose="020B0604030504040204" pitchFamily="34" charset="0"/>
              </a:rPr>
              <a:t>Designation: Assistant Professor (SG)</a:t>
            </a:r>
          </a:p>
          <a:p>
            <a:pPr marL="357188">
              <a:lnSpc>
                <a:spcPct val="125000"/>
              </a:lnSpc>
            </a:pPr>
            <a:r>
              <a:rPr lang="en-US" sz="1600" dirty="0">
                <a:latin typeface="Tahoma" panose="020B0604030504040204" pitchFamily="34" charset="0"/>
                <a:ea typeface="Tahoma" panose="020B0604030504040204" pitchFamily="34" charset="0"/>
                <a:cs typeface="Tahoma" panose="020B0604030504040204" pitchFamily="34" charset="0"/>
              </a:rPr>
              <a:t>Department: CSE &amp; IT</a:t>
            </a:r>
          </a:p>
        </p:txBody>
      </p:sp>
      <p:pic>
        <p:nvPicPr>
          <p:cNvPr id="9" name="Picture 8">
            <a:extLst>
              <a:ext uri="{FF2B5EF4-FFF2-40B4-BE49-F238E27FC236}">
                <a16:creationId xmlns:a16="http://schemas.microsoft.com/office/drawing/2014/main" id="{6B314CA5-1CBF-7BB0-83BB-4FDA4318AD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2492" y="-165253"/>
            <a:ext cx="1178805" cy="895833"/>
          </a:xfrm>
          <a:prstGeom prst="rect">
            <a:avLst/>
          </a:prstGeom>
        </p:spPr>
      </p:pic>
      <p:pic>
        <p:nvPicPr>
          <p:cNvPr id="11" name="Picture 10">
            <a:extLst>
              <a:ext uri="{FF2B5EF4-FFF2-40B4-BE49-F238E27FC236}">
                <a16:creationId xmlns:a16="http://schemas.microsoft.com/office/drawing/2014/main" id="{9DD618C9-A35C-A359-4E30-21B6471F5DC4}"/>
              </a:ext>
            </a:extLst>
          </p:cNvPr>
          <p:cNvPicPr>
            <a:picLocks noChangeAspect="1"/>
          </p:cNvPicPr>
          <p:nvPr/>
        </p:nvPicPr>
        <p:blipFill>
          <a:blip r:embed="rId4"/>
          <a:stretch>
            <a:fillRect/>
          </a:stretch>
        </p:blipFill>
        <p:spPr>
          <a:xfrm>
            <a:off x="8054901" y="160424"/>
            <a:ext cx="1015707" cy="345492"/>
          </a:xfrm>
          <a:prstGeom prst="rect">
            <a:avLst/>
          </a:prstGeom>
        </p:spPr>
      </p:pic>
      <p:pic>
        <p:nvPicPr>
          <p:cNvPr id="12" name="Picture 11" descr="JUIT Office Photos | Glassdoor">
            <a:extLst>
              <a:ext uri="{FF2B5EF4-FFF2-40B4-BE49-F238E27FC236}">
                <a16:creationId xmlns:a16="http://schemas.microsoft.com/office/drawing/2014/main" id="{7647374D-C05A-F866-81A8-19ED5262B840}"/>
              </a:ext>
            </a:extLst>
          </p:cNvPr>
          <p:cNvPicPr>
            <a:picLocks noChangeAspect="1" noChangeArrowheads="1"/>
          </p:cNvPicPr>
          <p:nvPr/>
        </p:nvPicPr>
        <p:blipFill>
          <a:blip r:embed="rId5" cstate="print"/>
          <a:srcRect/>
          <a:stretch>
            <a:fillRect/>
          </a:stretch>
        </p:blipFill>
        <p:spPr bwMode="auto">
          <a:xfrm>
            <a:off x="11017" y="93342"/>
            <a:ext cx="815248" cy="679009"/>
          </a:xfrm>
          <a:prstGeom prst="rect">
            <a:avLst/>
          </a:prstGeom>
          <a:noFill/>
        </p:spPr>
      </p:pic>
      <p:sp>
        <p:nvSpPr>
          <p:cNvPr id="2" name="Footer Placeholder 15">
            <a:extLst>
              <a:ext uri="{FF2B5EF4-FFF2-40B4-BE49-F238E27FC236}">
                <a16:creationId xmlns:a16="http://schemas.microsoft.com/office/drawing/2014/main" id="{7539BDE9-603E-4BD3-A201-EB56FD66F79C}"/>
              </a:ext>
            </a:extLst>
          </p:cNvPr>
          <p:cNvSpPr txBox="1">
            <a:spLocks/>
          </p:cNvSpPr>
          <p:nvPr/>
        </p:nvSpPr>
        <p:spPr>
          <a:xfrm>
            <a:off x="-2" y="601361"/>
            <a:ext cx="9144000" cy="1411285"/>
          </a:xfrm>
          <a:prstGeom prst="rect">
            <a:avLst/>
          </a:prstGeom>
        </p:spPr>
        <p:txBody>
          <a:bodyPr anchor="b"/>
          <a:lstStyle/>
          <a:p>
            <a:pPr algn="ctr" eaLnBrk="1" fontAlgn="auto" hangingPunct="1">
              <a:lnSpc>
                <a:spcPts val="3400"/>
              </a:lnSpc>
              <a:spcBef>
                <a:spcPts val="0"/>
              </a:spcBef>
              <a:spcAft>
                <a:spcPts val="0"/>
              </a:spcAft>
              <a:defRPr/>
            </a:pPr>
            <a:r>
              <a:rPr kumimoji="0" lang="en-IN" sz="28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Jaypee University of Information Technology</a:t>
            </a:r>
          </a:p>
          <a:p>
            <a:pPr marL="0" marR="0" lvl="0" indent="0" algn="ctr" defTabSz="914400" rtl="0" eaLnBrk="1" fontAlgn="auto" latinLnBrk="0" hangingPunct="1">
              <a:lnSpc>
                <a:spcPts val="3400"/>
              </a:lnSpc>
              <a:spcBef>
                <a:spcPts val="0"/>
              </a:spcBef>
              <a:spcAft>
                <a:spcPts val="0"/>
              </a:spcAft>
              <a:buClrTx/>
              <a:buSzTx/>
              <a:buFontTx/>
              <a:buNone/>
              <a:tabLst/>
              <a:defRPr/>
            </a:pPr>
            <a:r>
              <a:rPr kumimoji="0" lang="en-IN" sz="2600" b="1" i="0" u="none" strike="noStrike" kern="1200" spc="0" normalizeH="0" baseline="0" noProof="0" dirty="0">
                <a:ln>
                  <a:noFill/>
                </a:ln>
                <a:solidFill>
                  <a:srgbClr val="000099"/>
                </a:solidFill>
                <a:effectLst/>
                <a:uLnTx/>
                <a:uFillTx/>
                <a:latin typeface="Palatino" pitchFamily="2" charset="77"/>
                <a:ea typeface="Palatino" pitchFamily="2" charset="77"/>
                <a:cs typeface="Times New Roman" pitchFamily="18" charset="0"/>
              </a:rPr>
              <a:t>Department of Computer Science and Engineering and Information Technology</a:t>
            </a:r>
            <a:endParaRPr kumimoji="0" lang="en-IN" sz="2600" b="1" i="0" u="none" strike="noStrike" kern="1200" spc="0" normalizeH="0" baseline="0" noProof="0" dirty="0">
              <a:ln>
                <a:noFill/>
              </a:ln>
              <a:solidFill>
                <a:srgbClr val="002060"/>
              </a:solidFill>
              <a:effectLst/>
              <a:uLnTx/>
              <a:uFillTx/>
              <a:latin typeface="Palatino" pitchFamily="2" charset="77"/>
              <a:ea typeface="Palatino" pitchFamily="2" charset="77"/>
              <a:cs typeface="Times New Roman"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Outline</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40000"/>
              </a:lnSpc>
              <a:buFont typeface="Arial" pitchFamily="34" charset="0"/>
              <a:buChar char="•"/>
            </a:pPr>
            <a:r>
              <a:rPr lang="en-IN" dirty="0">
                <a:ea typeface="Palatino" pitchFamily="2" charset="77"/>
              </a:rPr>
              <a:t>Introduction</a:t>
            </a:r>
          </a:p>
          <a:p>
            <a:pPr marL="357188" indent="-261938" algn="just">
              <a:lnSpc>
                <a:spcPct val="140000"/>
              </a:lnSpc>
              <a:buFont typeface="Arial" pitchFamily="34" charset="0"/>
              <a:buChar char="•"/>
            </a:pPr>
            <a:r>
              <a:rPr lang="en-IN" dirty="0">
                <a:ea typeface="Palatino" pitchFamily="2" charset="77"/>
              </a:rPr>
              <a:t>Problem Statement</a:t>
            </a:r>
          </a:p>
          <a:p>
            <a:pPr marL="357188" indent="-261938" algn="just">
              <a:lnSpc>
                <a:spcPct val="140000"/>
              </a:lnSpc>
              <a:buFont typeface="Arial" pitchFamily="34" charset="0"/>
              <a:buChar char="•"/>
            </a:pPr>
            <a:r>
              <a:rPr lang="en-IN" dirty="0">
                <a:ea typeface="Palatino" pitchFamily="2" charset="77"/>
              </a:rPr>
              <a:t>Objectives</a:t>
            </a:r>
          </a:p>
          <a:p>
            <a:pPr marL="357188" indent="-261938">
              <a:lnSpc>
                <a:spcPct val="140000"/>
              </a:lnSpc>
            </a:pPr>
            <a:r>
              <a:rPr lang="en-IN" dirty="0">
                <a:ea typeface="Palatino" pitchFamily="2" charset="77"/>
              </a:rPr>
              <a:t>Work Done (after Mid-Term Evaluation)</a:t>
            </a:r>
          </a:p>
          <a:p>
            <a:pPr marL="357188" indent="-261938" algn="just">
              <a:lnSpc>
                <a:spcPct val="140000"/>
              </a:lnSpc>
              <a:buFont typeface="Arial" pitchFamily="34" charset="0"/>
              <a:buChar char="•"/>
            </a:pPr>
            <a:r>
              <a:rPr lang="en-IN" dirty="0">
                <a:ea typeface="Palatino" pitchFamily="2" charset="77"/>
              </a:rPr>
              <a:t>Project Design</a:t>
            </a:r>
          </a:p>
          <a:p>
            <a:pPr marL="357188" indent="-261938" algn="just">
              <a:lnSpc>
                <a:spcPct val="140000"/>
              </a:lnSpc>
              <a:buFont typeface="Arial" pitchFamily="34" charset="0"/>
              <a:buChar char="•"/>
            </a:pPr>
            <a:r>
              <a:rPr lang="en-IN" dirty="0">
                <a:ea typeface="Palatino" pitchFamily="2" charset="77"/>
              </a:rPr>
              <a:t>Implementation</a:t>
            </a:r>
          </a:p>
          <a:p>
            <a:pPr marL="357188" indent="-261938" algn="just">
              <a:lnSpc>
                <a:spcPct val="140000"/>
              </a:lnSpc>
              <a:buFont typeface="Arial" pitchFamily="34" charset="0"/>
              <a:buChar char="•"/>
            </a:pPr>
            <a:r>
              <a:rPr lang="en-IN" dirty="0">
                <a:ea typeface="Palatino" pitchFamily="2" charset="77"/>
              </a:rPr>
              <a:t>Experimental Results and Evaluation</a:t>
            </a:r>
          </a:p>
          <a:p>
            <a:pPr marL="357188" indent="-261938" algn="just">
              <a:lnSpc>
                <a:spcPct val="140000"/>
              </a:lnSpc>
              <a:buFont typeface="Arial" pitchFamily="34" charset="0"/>
              <a:buChar char="•"/>
            </a:pPr>
            <a:r>
              <a:rPr lang="en-IN" dirty="0">
                <a:ea typeface="Palatino" pitchFamily="2" charset="77"/>
              </a:rPr>
              <a:t>Key Learnings</a:t>
            </a:r>
          </a:p>
          <a:p>
            <a:pPr marL="357188" indent="-261938" algn="just">
              <a:lnSpc>
                <a:spcPct val="140000"/>
              </a:lnSpc>
              <a:buFont typeface="Arial" pitchFamily="34" charset="0"/>
              <a:buChar char="•"/>
            </a:pPr>
            <a:r>
              <a:rPr lang="en-IN" dirty="0">
                <a:ea typeface="Palatino" pitchFamily="2" charset="77"/>
              </a:rPr>
              <a:t>Future Work</a:t>
            </a:r>
          </a:p>
          <a:p>
            <a:pPr marL="357188" indent="-261938" algn="just">
              <a:lnSpc>
                <a:spcPct val="140000"/>
              </a:lnSpc>
              <a:buFont typeface="Arial" pitchFamily="34" charset="0"/>
              <a:buChar char="•"/>
            </a:pPr>
            <a:r>
              <a:rPr lang="en-IN" dirty="0">
                <a:ea typeface="Palatino" pitchFamily="2" charset="77"/>
              </a:rPr>
              <a:t>Work Contribution and Attendance</a:t>
            </a:r>
          </a:p>
          <a:p>
            <a:pPr marL="357188" indent="-261938" algn="just">
              <a:lnSpc>
                <a:spcPct val="140000"/>
              </a:lnSpc>
              <a:buFont typeface="Arial" pitchFamily="34" charset="0"/>
              <a:buChar char="•"/>
            </a:pPr>
            <a:r>
              <a:rPr lang="en-IN" dirty="0">
                <a:ea typeface="Palatino" pitchFamily="2" charset="77"/>
              </a:rPr>
              <a:t>Supervisor Interactions</a:t>
            </a:r>
          </a:p>
          <a:p>
            <a:pPr marL="357188" indent="-261938" algn="just">
              <a:lnSpc>
                <a:spcPct val="140000"/>
              </a:lnSpc>
              <a:buFont typeface="Arial" pitchFamily="34" charset="0"/>
              <a:buChar char="•"/>
            </a:pPr>
            <a:r>
              <a:rPr lang="en-IN" dirty="0">
                <a:ea typeface="Palatino" pitchFamily="2" charset="77"/>
              </a:rPr>
              <a:t>References</a:t>
            </a:r>
          </a:p>
          <a:p>
            <a:pPr marL="0" indent="0">
              <a:buFont typeface="Arial" panose="020B0604020202020204" pitchFamily="34" charset="0"/>
              <a:buNone/>
            </a:pPr>
            <a:endParaRPr lang="en-IN" altLang="en-US" sz="1700" kern="0" dirty="0">
              <a:ea typeface="MS PGothic" panose="020B0600070205080204" pitchFamily="34" charset="-128"/>
            </a:endParaRPr>
          </a:p>
        </p:txBody>
      </p:sp>
    </p:spTree>
    <p:extLst>
      <p:ext uri="{BB962C8B-B14F-4D97-AF65-F5344CB8AC3E}">
        <p14:creationId xmlns:p14="http://schemas.microsoft.com/office/powerpoint/2010/main" val="38955013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Introduction</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marR="0" lvl="0" indent="-342900" algn="just" rtl="0">
              <a:lnSpc>
                <a:spcPct val="150000"/>
              </a:lnSpc>
              <a:spcBef>
                <a:spcPts val="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Three key factors of authentication:</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know</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have</a:t>
            </a:r>
            <a:endParaRPr lang="en-US" dirty="0"/>
          </a:p>
          <a:p>
            <a:pPr marL="742950" marR="0" lvl="1" indent="-285750" algn="just" rtl="0">
              <a:lnSpc>
                <a:spcPct val="15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Helvetica Neue"/>
                <a:ea typeface="Helvetica Neue"/>
                <a:cs typeface="Helvetica Neue"/>
                <a:sym typeface="Helvetica Neue"/>
              </a:rPr>
              <a:t>Something you are</a:t>
            </a:r>
            <a:endParaRPr lang="en-US" dirty="0"/>
          </a:p>
          <a:p>
            <a:pPr marL="457200" marR="0" lvl="1" indent="0" algn="just" rtl="0">
              <a:lnSpc>
                <a:spcPct val="150000"/>
              </a:lnSpc>
              <a:spcBef>
                <a:spcPts val="0"/>
              </a:spcBef>
              <a:spcAft>
                <a:spcPts val="0"/>
              </a:spcAft>
              <a:buClr>
                <a:schemeClr val="dk1"/>
              </a:buClr>
              <a:buSzPts val="1800"/>
              <a:buFont typeface="Courier New"/>
              <a:buNone/>
            </a:pPr>
            <a:endParaRPr lang="en-US" sz="1800" b="0" i="0" u="none" strike="noStrike" cap="none" dirty="0">
              <a:solidFill>
                <a:schemeClr val="dk1"/>
              </a:solidFill>
              <a:latin typeface="Helvetica Neue"/>
              <a:ea typeface="Helvetica Neue"/>
              <a:cs typeface="Helvetica Neue"/>
              <a:sym typeface="Helvetica Neue"/>
            </a:endParaRPr>
          </a:p>
          <a:p>
            <a:pPr marL="342900" marR="0" lvl="0" indent="-342900" algn="just" rtl="0">
              <a:lnSpc>
                <a:spcPct val="150000"/>
              </a:lnSpc>
              <a:spcBef>
                <a:spcPts val="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Something you are : the way you behave / interact, that is, patterns in device usages.</a:t>
            </a:r>
            <a:endParaRPr lang="en-US" dirty="0"/>
          </a:p>
          <a:p>
            <a:pPr marL="342900" marR="0" lvl="0" indent="-342900" algn="just" rtl="0">
              <a:lnSpc>
                <a:spcPct val="150000"/>
              </a:lnSpc>
              <a:spcBef>
                <a:spcPts val="1000"/>
              </a:spcBef>
              <a:spcAft>
                <a:spcPts val="0"/>
              </a:spcAft>
              <a:buClr>
                <a:schemeClr val="dk1"/>
              </a:buClr>
              <a:buSzPts val="2250"/>
              <a:buFont typeface="Arial"/>
              <a:buChar char="•"/>
            </a:pPr>
            <a:r>
              <a:rPr lang="en-US" sz="1800" b="0" i="0" u="none" strike="noStrike" dirty="0">
                <a:solidFill>
                  <a:schemeClr val="dk1"/>
                </a:solidFill>
                <a:latin typeface="Helvetica Neue"/>
                <a:ea typeface="Helvetica Neue"/>
                <a:cs typeface="Helvetica Neue"/>
                <a:sym typeface="Helvetica Neue"/>
              </a:rPr>
              <a:t>Base for our use : Sensor dynamics and touch strokes.</a:t>
            </a:r>
            <a:endParaRPr lang="en-US" dirty="0"/>
          </a:p>
          <a:p>
            <a:pPr marL="0" marR="0" lvl="0" indent="0" algn="just" rtl="0">
              <a:lnSpc>
                <a:spcPct val="150000"/>
              </a:lnSpc>
              <a:spcBef>
                <a:spcPts val="0"/>
              </a:spcBef>
              <a:spcAft>
                <a:spcPts val="0"/>
              </a:spcAft>
              <a:buClr>
                <a:schemeClr val="dk1"/>
              </a:buClr>
              <a:buSzPts val="2250"/>
              <a:buFont typeface="Arial"/>
              <a:buNone/>
            </a:pPr>
            <a:endParaRPr lang="en-US" sz="1800" dirty="0">
              <a:solidFill>
                <a:schemeClr val="dk1"/>
              </a:solidFill>
              <a:latin typeface="Helvetica Neue"/>
              <a:ea typeface="Helvetica Neue"/>
              <a:cs typeface="Helvetica Neue"/>
              <a:sym typeface="Helvetica Neue"/>
            </a:endParaRPr>
          </a:p>
          <a:p>
            <a:pPr marL="342900" marR="0" lvl="0" indent="-342900" algn="just" rtl="0">
              <a:lnSpc>
                <a:spcPct val="150000"/>
              </a:lnSpc>
              <a:spcBef>
                <a:spcPts val="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Our project aims to provide a </a:t>
            </a:r>
            <a:r>
              <a:rPr lang="en-US" sz="1800" b="1" dirty="0">
                <a:solidFill>
                  <a:schemeClr val="dk1"/>
                </a:solidFill>
                <a:latin typeface="Helvetica Neue"/>
                <a:ea typeface="Helvetica Neue"/>
                <a:cs typeface="Helvetica Neue"/>
                <a:sym typeface="Helvetica Neue"/>
              </a:rPr>
              <a:t>seamless</a:t>
            </a:r>
            <a:r>
              <a:rPr lang="en-US" sz="1800" dirty="0">
                <a:solidFill>
                  <a:schemeClr val="dk1"/>
                </a:solidFill>
                <a:latin typeface="Helvetica Neue"/>
                <a:ea typeface="Helvetica Neue"/>
                <a:cs typeface="Helvetica Neue"/>
                <a:sym typeface="Helvetica Neue"/>
              </a:rPr>
              <a:t> and </a:t>
            </a:r>
            <a:r>
              <a:rPr lang="en-US" sz="1800" b="1" dirty="0">
                <a:solidFill>
                  <a:schemeClr val="dk1"/>
                </a:solidFill>
                <a:latin typeface="Helvetica Neue"/>
                <a:ea typeface="Helvetica Neue"/>
                <a:cs typeface="Helvetica Neue"/>
                <a:sym typeface="Helvetica Neue"/>
              </a:rPr>
              <a:t>non-intrusive</a:t>
            </a:r>
            <a:r>
              <a:rPr lang="en-US" sz="1800" dirty="0">
                <a:solidFill>
                  <a:schemeClr val="dk1"/>
                </a:solidFill>
                <a:latin typeface="Helvetica Neue"/>
                <a:ea typeface="Helvetica Neue"/>
                <a:cs typeface="Helvetica Neue"/>
                <a:sym typeface="Helvetica Neue"/>
              </a:rPr>
              <a:t> form of </a:t>
            </a:r>
            <a:r>
              <a:rPr lang="en-US" sz="1800" b="1" dirty="0">
                <a:solidFill>
                  <a:schemeClr val="dk1"/>
                </a:solidFill>
                <a:latin typeface="Helvetica Neue"/>
                <a:ea typeface="Helvetica Neue"/>
                <a:cs typeface="Helvetica Neue"/>
                <a:sym typeface="Helvetica Neue"/>
              </a:rPr>
              <a:t>second-factor authentication. </a:t>
            </a:r>
            <a:r>
              <a:rPr lang="en-US" sz="1800" dirty="0">
                <a:solidFill>
                  <a:schemeClr val="dk1"/>
                </a:solidFill>
                <a:latin typeface="Helvetica Neue"/>
                <a:ea typeface="Helvetica Neue"/>
                <a:cs typeface="Helvetica Neue"/>
                <a:sym typeface="Helvetica Neue"/>
              </a:rPr>
              <a:t>It improves both usability and security. The project aims to authenticate a user, that is, know if the user is really him/herself, using their human behavioral traits, such as the way one holds their mobile phone</a:t>
            </a:r>
            <a:endParaRPr lang="en-IN" sz="1800" dirty="0">
              <a:ea typeface="Palatino" pitchFamily="2" charset="77"/>
            </a:endParaRPr>
          </a:p>
          <a:p>
            <a:pPr marL="95250" indent="0" algn="just">
              <a:lnSpc>
                <a:spcPct val="150000"/>
              </a:lnSpc>
              <a:buNone/>
            </a:pPr>
            <a:r>
              <a:rPr lang="en-IN" sz="1800" dirty="0">
                <a:ea typeface="Palatino" pitchFamily="2" charset="77"/>
              </a:rPr>
              <a:t>.</a:t>
            </a:r>
          </a:p>
        </p:txBody>
      </p:sp>
    </p:spTree>
    <p:extLst>
      <p:ext uri="{BB962C8B-B14F-4D97-AF65-F5344CB8AC3E}">
        <p14:creationId xmlns:p14="http://schemas.microsoft.com/office/powerpoint/2010/main" val="3595263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Problem Statement</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marR="0" lvl="0" indent="-261938" algn="just" rtl="0">
              <a:lnSpc>
                <a:spcPct val="150000"/>
              </a:lnSpc>
              <a:spcBef>
                <a:spcPts val="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Data security by means of authentication is emerging as a very prevalent challenge in today’s world.</a:t>
            </a:r>
          </a:p>
          <a:p>
            <a:pPr marL="95250" marR="0" lvl="0" indent="0" algn="just" rtl="0">
              <a:lnSpc>
                <a:spcPct val="150000"/>
              </a:lnSpc>
              <a:spcBef>
                <a:spcPts val="0"/>
              </a:spcBef>
              <a:spcAft>
                <a:spcPts val="0"/>
              </a:spcAft>
              <a:buClr>
                <a:schemeClr val="dk1"/>
              </a:buClr>
              <a:buSzPts val="2250"/>
              <a:buNone/>
            </a:pPr>
            <a:endParaRPr lang="en-US" sz="1600" dirty="0">
              <a:solidFill>
                <a:schemeClr val="dk1"/>
              </a:solidFill>
              <a:latin typeface="Helvetica Neue"/>
              <a:ea typeface="Helvetica Neue"/>
              <a:cs typeface="Helvetica Neue"/>
              <a:sym typeface="Helvetica Neue"/>
            </a:endParaRPr>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The need to balance usability and security is high, as by nature, we humans tend to avoid effort. </a:t>
            </a:r>
          </a:p>
          <a:p>
            <a:pPr marL="95250" marR="0" lvl="0" indent="0" algn="just" rtl="0">
              <a:lnSpc>
                <a:spcPct val="150000"/>
              </a:lnSpc>
              <a:spcBef>
                <a:spcPts val="630"/>
              </a:spcBef>
              <a:spcAft>
                <a:spcPts val="0"/>
              </a:spcAft>
              <a:buClr>
                <a:schemeClr val="dk1"/>
              </a:buClr>
              <a:buSzPts val="2250"/>
              <a:buNone/>
            </a:pPr>
            <a:endParaRPr lang="en-US" sz="1600" dirty="0">
              <a:solidFill>
                <a:schemeClr val="dk1"/>
              </a:solidFill>
              <a:latin typeface="Helvetica Neue"/>
              <a:ea typeface="Helvetica Neue"/>
              <a:cs typeface="Helvetica Neue"/>
              <a:sym typeface="Helvetica Neue"/>
            </a:endParaRPr>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To achieve this, service providers must invest in a lot to analyze user patterns in their activity, which is not only resource heavy, but also opens a door for privacy breaches on the user side. </a:t>
            </a:r>
          </a:p>
          <a:p>
            <a:pPr marL="95250" marR="0" lvl="0" indent="0" algn="just" rtl="0">
              <a:lnSpc>
                <a:spcPct val="150000"/>
              </a:lnSpc>
              <a:spcBef>
                <a:spcPts val="630"/>
              </a:spcBef>
              <a:spcAft>
                <a:spcPts val="0"/>
              </a:spcAft>
              <a:buClr>
                <a:schemeClr val="dk1"/>
              </a:buClr>
              <a:buSzPts val="2250"/>
              <a:buNone/>
            </a:pPr>
            <a:endParaRPr lang="en-US" sz="1600" dirty="0"/>
          </a:p>
          <a:p>
            <a:pPr marL="357188" marR="0" lvl="0" indent="-261938" algn="just" rtl="0">
              <a:lnSpc>
                <a:spcPct val="150000"/>
              </a:lnSpc>
              <a:spcBef>
                <a:spcPts val="630"/>
              </a:spcBef>
              <a:spcAft>
                <a:spcPts val="0"/>
              </a:spcAft>
              <a:buClr>
                <a:schemeClr val="dk1"/>
              </a:buClr>
              <a:buSzPts val="2250"/>
              <a:buFont typeface="Arial"/>
              <a:buChar char="•"/>
            </a:pPr>
            <a:r>
              <a:rPr lang="en-US" sz="1800" dirty="0">
                <a:solidFill>
                  <a:schemeClr val="dk1"/>
                </a:solidFill>
                <a:latin typeface="Helvetica Neue"/>
                <a:ea typeface="Helvetica Neue"/>
                <a:cs typeface="Helvetica Neue"/>
                <a:sym typeface="Helvetica Neue"/>
              </a:rPr>
              <a:t>Our proposed solution is to use behavioral biometrics, a relatively underexplored field, in which we use behavioral data from the user, in this case, the way he/she handles his/her phone.</a:t>
            </a:r>
            <a:endParaRPr lang="en-US" sz="1400" dirty="0">
              <a:solidFill>
                <a:schemeClr val="dk1"/>
              </a:solidFill>
              <a:latin typeface="Helvetica Neue"/>
              <a:ea typeface="Helvetica Neue"/>
              <a:cs typeface="Helvetica Neue"/>
              <a:sym typeface="Helvetica Neue"/>
            </a:endParaRPr>
          </a:p>
        </p:txBody>
      </p:sp>
    </p:spTree>
    <p:extLst>
      <p:ext uri="{BB962C8B-B14F-4D97-AF65-F5344CB8AC3E}">
        <p14:creationId xmlns:p14="http://schemas.microsoft.com/office/powerpoint/2010/main" val="2927892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US" dirty="0"/>
              <a:t>Objectives</a:t>
            </a:r>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61822"/>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42900" marR="0" lvl="0" indent="-342900" algn="l" rtl="0">
              <a:lnSpc>
                <a:spcPct val="150000"/>
              </a:lnSpc>
              <a:spcBef>
                <a:spcPts val="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an application to gather a user’s natural behavioral information.</a:t>
            </a:r>
            <a:br>
              <a:rPr lang="en-US" sz="1800" dirty="0">
                <a:solidFill>
                  <a:schemeClr val="dk1"/>
                </a:solidFill>
                <a:latin typeface="Helvetica Neue"/>
                <a:ea typeface="Helvetica Neue"/>
                <a:cs typeface="Helvetica Neue"/>
                <a:sym typeface="Helvetica Neue"/>
              </a:rPr>
            </a:br>
            <a:endParaRPr lang="en-US" sz="1800" dirty="0">
              <a:solidFill>
                <a:schemeClr val="dk1"/>
              </a:solidFill>
              <a:latin typeface="Helvetica Neue"/>
              <a:ea typeface="Helvetica Neue"/>
              <a:cs typeface="Helvetica Neue"/>
              <a:sym typeface="Helvetica Neue"/>
            </a:endParaRPr>
          </a:p>
          <a:p>
            <a:pPr marL="342900" marR="0" lvl="0" indent="-342900" algn="l" rtl="0">
              <a:lnSpc>
                <a:spcPct val="150000"/>
              </a:lnSpc>
              <a:spcBef>
                <a:spcPts val="63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and tailor a machine learning model to accurately identify a particular user.</a:t>
            </a:r>
            <a:br>
              <a:rPr lang="en-US" sz="1800" dirty="0">
                <a:solidFill>
                  <a:schemeClr val="dk1"/>
                </a:solidFill>
                <a:latin typeface="Helvetica Neue"/>
                <a:ea typeface="Helvetica Neue"/>
                <a:cs typeface="Helvetica Neue"/>
                <a:sym typeface="Helvetica Neue"/>
              </a:rPr>
            </a:br>
            <a:endParaRPr lang="en-US" sz="1800" dirty="0">
              <a:solidFill>
                <a:schemeClr val="dk1"/>
              </a:solidFill>
              <a:latin typeface="Helvetica Neue"/>
              <a:ea typeface="Helvetica Neue"/>
              <a:cs typeface="Helvetica Neue"/>
              <a:sym typeface="Helvetica Neue"/>
            </a:endParaRPr>
          </a:p>
          <a:p>
            <a:pPr marL="342900" marR="0" lvl="0" indent="-342900" algn="l" rtl="0">
              <a:lnSpc>
                <a:spcPct val="150000"/>
              </a:lnSpc>
              <a:spcBef>
                <a:spcPts val="630"/>
              </a:spcBef>
              <a:spcAft>
                <a:spcPts val="0"/>
              </a:spcAft>
              <a:buClr>
                <a:schemeClr val="dk1"/>
              </a:buClr>
              <a:buSzPts val="2250"/>
              <a:buFont typeface="Arial"/>
              <a:buAutoNum type="arabicPeriod"/>
            </a:pPr>
            <a:r>
              <a:rPr lang="en-US" sz="1800" dirty="0">
                <a:solidFill>
                  <a:schemeClr val="dk1"/>
                </a:solidFill>
                <a:latin typeface="Helvetica Neue"/>
                <a:ea typeface="Helvetica Neue"/>
                <a:cs typeface="Helvetica Neue"/>
                <a:sym typeface="Helvetica Neue"/>
              </a:rPr>
              <a:t>To develop a prototype that implements the concept of the project.</a:t>
            </a:r>
            <a:endParaRPr lang="en-US" dirty="0"/>
          </a:p>
          <a:p>
            <a:pPr marL="342900" marR="0" lvl="0" indent="-200025" algn="l" rtl="0">
              <a:lnSpc>
                <a:spcPct val="150000"/>
              </a:lnSpc>
              <a:spcBef>
                <a:spcPts val="630"/>
              </a:spcBef>
              <a:spcAft>
                <a:spcPts val="0"/>
              </a:spcAft>
              <a:buClr>
                <a:schemeClr val="dk1"/>
              </a:buClr>
              <a:buSzPts val="2250"/>
              <a:buFont typeface="Arial"/>
              <a:buNone/>
            </a:pPr>
            <a:endParaRPr lang="en-US" sz="1800" dirty="0">
              <a:solidFill>
                <a:schemeClr val="dk1"/>
              </a:solidFill>
              <a:latin typeface="Helvetica Neue"/>
              <a:ea typeface="Helvetica Neue"/>
              <a:cs typeface="Helvetica Neue"/>
              <a:sym typeface="Helvetica Neue"/>
            </a:endParaRPr>
          </a:p>
          <a:p>
            <a:pPr marL="0" marR="0" lvl="0" indent="0" rtl="0">
              <a:lnSpc>
                <a:spcPct val="150000"/>
              </a:lnSpc>
              <a:spcBef>
                <a:spcPts val="630"/>
              </a:spcBef>
              <a:spcAft>
                <a:spcPts val="0"/>
              </a:spcAft>
              <a:buClr>
                <a:schemeClr val="dk1"/>
              </a:buClr>
              <a:buSzPts val="2250"/>
              <a:buFont typeface="Arial"/>
              <a:buNone/>
            </a:pPr>
            <a:r>
              <a:rPr lang="en-US" sz="1800" dirty="0">
                <a:solidFill>
                  <a:schemeClr val="dk1"/>
                </a:solidFill>
                <a:latin typeface="Helvetica Neue"/>
                <a:ea typeface="Helvetica Neue"/>
                <a:cs typeface="Helvetica Neue"/>
                <a:sym typeface="Helvetica Neue"/>
              </a:rPr>
              <a:t>The main objective of this project was to provide a highly secure and continuous second factor of authentication to users as well as services. At this stage, we are focusing on serving the mobile applications that require this security, such as banking or online shopping services, employee portals, and even parental controls on niche applications. </a:t>
            </a:r>
            <a:endParaRPr lang="en-US" dirty="0"/>
          </a:p>
        </p:txBody>
      </p:sp>
    </p:spTree>
    <p:extLst>
      <p:ext uri="{BB962C8B-B14F-4D97-AF65-F5344CB8AC3E}">
        <p14:creationId xmlns:p14="http://schemas.microsoft.com/office/powerpoint/2010/main" val="256070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Work Done </a:t>
            </a:r>
            <a:r>
              <a:rPr lang="en-IN" sz="2400" b="0" dirty="0">
                <a:ea typeface="Palatino" pitchFamily="2" charset="77"/>
              </a:rPr>
              <a:t>(after Mid-Term Evaluation)</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IN" sz="1800" dirty="0">
                <a:ea typeface="Palatino" pitchFamily="2" charset="77"/>
              </a:rPr>
              <a:t>As per the plan stated in the Mid Term Evaluation presentation, we have successfully implemented LSTM and GRU on the pre-processed data.</a:t>
            </a:r>
          </a:p>
          <a:p>
            <a:pPr marL="357188" indent="-261938"/>
            <a:endParaRPr lang="en-IN" dirty="0">
              <a:ea typeface="Palatino" pitchFamily="2" charset="77"/>
            </a:endParaRPr>
          </a:p>
          <a:p>
            <a:pPr marL="357188" indent="-261938"/>
            <a:r>
              <a:rPr lang="en-IN" sz="1800" dirty="0">
                <a:ea typeface="Palatino" pitchFamily="2" charset="77"/>
              </a:rPr>
              <a:t>Converted the GRU model into a TensorFlow Lite (.tflite) version to be used in the mobile app. </a:t>
            </a:r>
          </a:p>
          <a:p>
            <a:pPr marL="357188" indent="-261938"/>
            <a:endParaRPr lang="en-IN" dirty="0">
              <a:ea typeface="Palatino" pitchFamily="2" charset="77"/>
            </a:endParaRPr>
          </a:p>
          <a:p>
            <a:pPr marL="357188" indent="-261938"/>
            <a:r>
              <a:rPr lang="en-IN" dirty="0">
                <a:ea typeface="Palatino" pitchFamily="2" charset="77"/>
              </a:rPr>
              <a:t>Designed a mobile app prototype on Figma.</a:t>
            </a:r>
          </a:p>
          <a:p>
            <a:pPr marL="357188" indent="-261938"/>
            <a:endParaRPr lang="en-IN" sz="1800" dirty="0">
              <a:ea typeface="Palatino" pitchFamily="2" charset="77"/>
            </a:endParaRPr>
          </a:p>
          <a:p>
            <a:pPr marL="357188" indent="-261938"/>
            <a:r>
              <a:rPr lang="en-IN" dirty="0">
                <a:ea typeface="Palatino" pitchFamily="2" charset="77"/>
              </a:rPr>
              <a:t>Implemented the features in an android application using Dart and the Flutter framework. </a:t>
            </a:r>
            <a:endParaRPr lang="en-IN" sz="1800" dirty="0">
              <a:ea typeface="Palatino" pitchFamily="2" charset="77"/>
            </a:endParaRPr>
          </a:p>
        </p:txBody>
      </p:sp>
    </p:spTree>
    <p:extLst>
      <p:ext uri="{BB962C8B-B14F-4D97-AF65-F5344CB8AC3E}">
        <p14:creationId xmlns:p14="http://schemas.microsoft.com/office/powerpoint/2010/main" val="482551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Design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1304925" y="1582420"/>
            <a:ext cx="6534150" cy="4300404"/>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marR="0" lvl="0" indent="-114300" algn="l" rtl="0">
              <a:lnSpc>
                <a:spcPct val="100000"/>
              </a:lnSpc>
              <a:spcBef>
                <a:spcPts val="0"/>
              </a:spcBef>
              <a:spcAft>
                <a:spcPts val="0"/>
              </a:spcAft>
              <a:buClr>
                <a:schemeClr val="dk1"/>
              </a:buClr>
              <a:buSzPts val="1800"/>
              <a:buFont typeface="Arial"/>
              <a:buChar char="•"/>
            </a:pPr>
            <a:r>
              <a:rPr lang="en-US" sz="1600" b="1" i="0" u="none" strike="noStrike" cap="none" dirty="0">
                <a:solidFill>
                  <a:schemeClr val="dk1"/>
                </a:solidFill>
                <a:latin typeface="Helvetica Neue"/>
                <a:ea typeface="Helvetica Neue"/>
                <a:cs typeface="Helvetica Neue"/>
                <a:sym typeface="Helvetica Neue"/>
              </a:rPr>
              <a:t>Open App</a:t>
            </a:r>
            <a:r>
              <a:rPr lang="en-US" sz="1600" b="0" i="0" u="none" strike="noStrike" cap="none" dirty="0">
                <a:solidFill>
                  <a:schemeClr val="dk1"/>
                </a:solidFill>
                <a:latin typeface="Helvetica Neue"/>
                <a:ea typeface="Helvetica Neue"/>
                <a:cs typeface="Helvetica Neue"/>
                <a:sym typeface="Helvetica Neue"/>
              </a:rPr>
              <a:t>: The process begins.</a:t>
            </a:r>
            <a:endParaRPr lang="en-US" sz="1600" dirty="0"/>
          </a:p>
          <a:p>
            <a:pPr marL="0" marR="0" lvl="0" indent="0" algn="l" rtl="0">
              <a:lnSpc>
                <a:spcPct val="100000"/>
              </a:lnSpc>
              <a:spcBef>
                <a:spcPts val="0"/>
              </a:spcBef>
              <a:spcAft>
                <a:spcPts val="0"/>
              </a:spcAft>
              <a:buClr>
                <a:schemeClr val="dk1"/>
              </a:buClr>
              <a:buSzPts val="1800"/>
              <a:buFont typeface="Arial"/>
              <a:buNone/>
            </a:pPr>
            <a:endParaRPr lang="en-US" sz="16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600" b="0" i="0" u="none" strike="noStrike" cap="none" dirty="0">
                <a:solidFill>
                  <a:schemeClr val="dk1"/>
                </a:solidFill>
                <a:latin typeface="Helvetica Neue"/>
                <a:ea typeface="Helvetica Neue"/>
                <a:cs typeface="Helvetica Neue"/>
                <a:sym typeface="Helvetica Neue"/>
              </a:rPr>
              <a:t>The system checks if the required sensors are enabled, and permissions are granted.</a:t>
            </a:r>
            <a:endParaRPr lang="en-US" sz="1600" dirty="0"/>
          </a:p>
          <a:p>
            <a:pPr marL="0" marR="0" lvl="0" indent="0" algn="l" rtl="0">
              <a:lnSpc>
                <a:spcPct val="100000"/>
              </a:lnSpc>
              <a:spcBef>
                <a:spcPts val="0"/>
              </a:spcBef>
              <a:spcAft>
                <a:spcPts val="0"/>
              </a:spcAft>
              <a:buClr>
                <a:schemeClr val="dk1"/>
              </a:buClr>
              <a:buSzPts val="1800"/>
              <a:buFont typeface="Arial"/>
              <a:buNone/>
            </a:pPr>
            <a:endParaRPr lang="en-US" sz="1600" b="0" i="0" u="none" strike="noStrike" cap="none" dirty="0">
              <a:solidFill>
                <a:schemeClr val="dk1"/>
              </a:solidFill>
              <a:latin typeface="Helvetica Neue"/>
              <a:ea typeface="Helvetica Neue"/>
              <a:cs typeface="Helvetica Neue"/>
              <a:sym typeface="Helvetica Neue"/>
            </a:endParaRPr>
          </a:p>
          <a:p>
            <a:pPr marL="400050" marR="0" lvl="1" indent="-101600" algn="l" rtl="0">
              <a:lnSpc>
                <a:spcPct val="100000"/>
              </a:lnSpc>
              <a:spcBef>
                <a:spcPts val="0"/>
              </a:spcBef>
              <a:spcAft>
                <a:spcPts val="0"/>
              </a:spcAft>
              <a:buClr>
                <a:schemeClr val="dk1"/>
              </a:buClr>
              <a:buSzPts val="1600"/>
              <a:buFont typeface="Courier New"/>
              <a:buChar char="•"/>
            </a:pPr>
            <a:r>
              <a:rPr lang="en-US" sz="1400" b="0" i="0" u="none" strike="noStrike" cap="none" dirty="0">
                <a:solidFill>
                  <a:schemeClr val="dk1"/>
                </a:solidFill>
                <a:latin typeface="Helvetica Neue"/>
                <a:ea typeface="Helvetica Neue"/>
                <a:cs typeface="Helvetica Neue"/>
                <a:sym typeface="Helvetica Neue"/>
              </a:rPr>
              <a:t>If </a:t>
            </a:r>
            <a:r>
              <a:rPr lang="en-US" sz="1400" b="1" i="0" u="none" strike="noStrike" cap="none" dirty="0">
                <a:solidFill>
                  <a:schemeClr val="dk1"/>
                </a:solidFill>
                <a:latin typeface="Helvetica Neue"/>
                <a:ea typeface="Helvetica Neue"/>
                <a:cs typeface="Helvetica Neue"/>
                <a:sym typeface="Helvetica Neue"/>
              </a:rPr>
              <a:t>No</a:t>
            </a:r>
            <a:r>
              <a:rPr lang="en-US" sz="1400" b="0" i="0" u="none" strike="noStrike" cap="none" dirty="0">
                <a:solidFill>
                  <a:schemeClr val="dk1"/>
                </a:solidFill>
                <a:latin typeface="Helvetica Neue"/>
                <a:ea typeface="Helvetica Neue"/>
                <a:cs typeface="Helvetica Neue"/>
                <a:sym typeface="Helvetica Neue"/>
              </a:rPr>
              <a:t>, it stops.</a:t>
            </a:r>
            <a:endParaRPr lang="en-US" sz="1400" dirty="0"/>
          </a:p>
          <a:p>
            <a:pPr marL="400050" marR="0" lvl="1" indent="-101600" algn="l" rtl="0">
              <a:lnSpc>
                <a:spcPct val="100000"/>
              </a:lnSpc>
              <a:spcBef>
                <a:spcPts val="0"/>
              </a:spcBef>
              <a:spcAft>
                <a:spcPts val="0"/>
              </a:spcAft>
              <a:buClr>
                <a:schemeClr val="dk1"/>
              </a:buClr>
              <a:buSzPts val="1600"/>
              <a:buFont typeface="Courier New"/>
              <a:buChar char="•"/>
            </a:pPr>
            <a:r>
              <a:rPr lang="en-US" sz="1400" b="0" i="0" u="none" strike="noStrike" cap="none" dirty="0">
                <a:solidFill>
                  <a:schemeClr val="dk1"/>
                </a:solidFill>
                <a:latin typeface="Helvetica Neue"/>
                <a:ea typeface="Helvetica Neue"/>
                <a:cs typeface="Helvetica Neue"/>
                <a:sym typeface="Helvetica Neue"/>
              </a:rPr>
              <a:t>If </a:t>
            </a:r>
            <a:r>
              <a:rPr lang="en-US" sz="1400" b="1" i="0" u="none" strike="noStrike" cap="none" dirty="0">
                <a:solidFill>
                  <a:schemeClr val="dk1"/>
                </a:solidFill>
                <a:latin typeface="Helvetica Neue"/>
                <a:ea typeface="Helvetica Neue"/>
                <a:cs typeface="Helvetica Neue"/>
                <a:sym typeface="Helvetica Neue"/>
              </a:rPr>
              <a:t>Yes</a:t>
            </a:r>
            <a:r>
              <a:rPr lang="en-US" sz="1400" b="0" i="0" u="none" strike="noStrike" cap="none" dirty="0">
                <a:solidFill>
                  <a:schemeClr val="dk1"/>
                </a:solidFill>
                <a:latin typeface="Helvetica Neue"/>
                <a:ea typeface="Helvetica Neue"/>
                <a:cs typeface="Helvetica Neue"/>
                <a:sym typeface="Helvetica Neue"/>
              </a:rPr>
              <a:t>, it proceeds to collect data from the sensors.</a:t>
            </a:r>
            <a:endParaRPr lang="en-US" sz="1400" dirty="0"/>
          </a:p>
          <a:p>
            <a:pPr marL="0" marR="0" lvl="0" indent="0" algn="l" rtl="0">
              <a:lnSpc>
                <a:spcPct val="100000"/>
              </a:lnSpc>
              <a:spcBef>
                <a:spcPts val="0"/>
              </a:spcBef>
              <a:spcAft>
                <a:spcPts val="0"/>
              </a:spcAft>
              <a:buClr>
                <a:schemeClr val="dk1"/>
              </a:buClr>
              <a:buSzPts val="1800"/>
              <a:buFont typeface="Arial"/>
              <a:buNone/>
            </a:pPr>
            <a:endParaRPr lang="en-US" sz="16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600" b="0" i="0" u="none" strike="noStrike" cap="none" dirty="0">
                <a:solidFill>
                  <a:schemeClr val="dk1"/>
                </a:solidFill>
                <a:latin typeface="Helvetica Neue"/>
                <a:ea typeface="Helvetica Neue"/>
                <a:cs typeface="Helvetica Neue"/>
                <a:sym typeface="Helvetica Neue"/>
              </a:rPr>
              <a:t>Till the user stops the data collection, the app collects the data and stores it locally in a .csv file.</a:t>
            </a:r>
            <a:endParaRPr lang="en-US" sz="1600" dirty="0"/>
          </a:p>
          <a:p>
            <a:pPr marL="0" marR="0" lvl="0" indent="0" algn="l" rtl="0">
              <a:lnSpc>
                <a:spcPct val="100000"/>
              </a:lnSpc>
              <a:spcBef>
                <a:spcPts val="0"/>
              </a:spcBef>
              <a:spcAft>
                <a:spcPts val="0"/>
              </a:spcAft>
              <a:buClr>
                <a:schemeClr val="dk1"/>
              </a:buClr>
              <a:buSzPts val="1800"/>
              <a:buFont typeface="Arial"/>
              <a:buNone/>
            </a:pPr>
            <a:endParaRPr lang="en-US" sz="16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600" dirty="0">
                <a:solidFill>
                  <a:schemeClr val="dk1"/>
                </a:solidFill>
                <a:latin typeface="Helvetica Neue"/>
                <a:sym typeface="Helvetica Neue"/>
              </a:rPr>
              <a:t>The user then stops the data collection and shares it.</a:t>
            </a:r>
            <a:endParaRPr lang="en-US" sz="1600" dirty="0"/>
          </a:p>
          <a:p>
            <a:pPr marL="400050" marR="0" lvl="1" indent="0" algn="l" rtl="0">
              <a:lnSpc>
                <a:spcPct val="100000"/>
              </a:lnSpc>
              <a:spcBef>
                <a:spcPts val="0"/>
              </a:spcBef>
              <a:spcAft>
                <a:spcPts val="0"/>
              </a:spcAft>
              <a:buClr>
                <a:schemeClr val="dk1"/>
              </a:buClr>
              <a:buSzPts val="1600"/>
              <a:buFont typeface="Courier New"/>
              <a:buNone/>
            </a:pPr>
            <a:endParaRPr lang="en-US" sz="1400" b="0" i="0" u="none" strike="noStrike" cap="none" dirty="0">
              <a:solidFill>
                <a:schemeClr val="dk1"/>
              </a:solidFill>
              <a:latin typeface="Helvetica Neue"/>
              <a:ea typeface="Helvetica Neue"/>
              <a:cs typeface="Helvetica Neue"/>
              <a:sym typeface="Helvetica Neue"/>
            </a:endParaRPr>
          </a:p>
          <a:p>
            <a:pPr marL="0" marR="0" lvl="0" indent="-114300" algn="l" rtl="0">
              <a:lnSpc>
                <a:spcPct val="100000"/>
              </a:lnSpc>
              <a:spcBef>
                <a:spcPts val="0"/>
              </a:spcBef>
              <a:spcAft>
                <a:spcPts val="0"/>
              </a:spcAft>
              <a:buClr>
                <a:schemeClr val="dk1"/>
              </a:buClr>
              <a:buSzPts val="1800"/>
              <a:buFont typeface="Arial"/>
              <a:buChar char="•"/>
            </a:pPr>
            <a:r>
              <a:rPr lang="en-US" sz="1600" b="1" i="0" u="none" strike="noStrike" cap="none" dirty="0">
                <a:solidFill>
                  <a:schemeClr val="dk1"/>
                </a:solidFill>
                <a:latin typeface="Helvetica Neue"/>
                <a:ea typeface="Helvetica Neue"/>
                <a:cs typeface="Helvetica Neue"/>
                <a:sym typeface="Helvetica Neue"/>
              </a:rPr>
              <a:t>End</a:t>
            </a:r>
            <a:r>
              <a:rPr lang="en-US" sz="1600" b="0" i="0" u="none" strike="noStrike" cap="none" dirty="0">
                <a:solidFill>
                  <a:schemeClr val="dk1"/>
                </a:solidFill>
                <a:latin typeface="Helvetica Neue"/>
                <a:ea typeface="Helvetica Neue"/>
                <a:cs typeface="Helvetica Neue"/>
                <a:sym typeface="Helvetica Neue"/>
              </a:rPr>
              <a:t>: The process ends. </a:t>
            </a:r>
            <a:endParaRPr lang="en-US" sz="1600" dirty="0"/>
          </a:p>
          <a:p>
            <a:pPr marL="357188" indent="-261938"/>
            <a:endParaRPr lang="en-IN" sz="1600" dirty="0">
              <a:ea typeface="Palatino" pitchFamily="2" charset="77"/>
            </a:endParaRPr>
          </a:p>
        </p:txBody>
      </p:sp>
      <p:pic>
        <p:nvPicPr>
          <p:cNvPr id="5" name="Picture 4" descr="A diagram of a software flowchart&#10;&#10;AI-generated content may be incorrect.">
            <a:extLst>
              <a:ext uri="{FF2B5EF4-FFF2-40B4-BE49-F238E27FC236}">
                <a16:creationId xmlns:a16="http://schemas.microsoft.com/office/drawing/2014/main" id="{012BAE56-594C-0B05-2CE5-100F5A41156C}"/>
              </a:ext>
            </a:extLst>
          </p:cNvPr>
          <p:cNvPicPr>
            <a:picLocks noChangeAspect="1"/>
          </p:cNvPicPr>
          <p:nvPr/>
        </p:nvPicPr>
        <p:blipFill>
          <a:blip r:embed="rId2"/>
          <a:stretch>
            <a:fillRect/>
          </a:stretch>
        </p:blipFill>
        <p:spPr>
          <a:xfrm>
            <a:off x="1406842" y="975176"/>
            <a:ext cx="6330315" cy="5122370"/>
          </a:xfrm>
          <a:prstGeom prst="rect">
            <a:avLst/>
          </a:prstGeom>
        </p:spPr>
      </p:pic>
      <p:sp>
        <p:nvSpPr>
          <p:cNvPr id="6" name="TextBox 5">
            <a:extLst>
              <a:ext uri="{FF2B5EF4-FFF2-40B4-BE49-F238E27FC236}">
                <a16:creationId xmlns:a16="http://schemas.microsoft.com/office/drawing/2014/main" id="{F2430001-916F-80AF-F7C2-8B88B21A0431}"/>
              </a:ext>
            </a:extLst>
          </p:cNvPr>
          <p:cNvSpPr txBox="1"/>
          <p:nvPr/>
        </p:nvSpPr>
        <p:spPr>
          <a:xfrm>
            <a:off x="2280284" y="6097546"/>
            <a:ext cx="4583430" cy="276999"/>
          </a:xfrm>
          <a:prstGeom prst="rect">
            <a:avLst/>
          </a:prstGeom>
          <a:noFill/>
        </p:spPr>
        <p:txBody>
          <a:bodyPr wrap="square">
            <a:spAutoFit/>
          </a:bodyPr>
          <a:lstStyle/>
          <a:p>
            <a:pPr algn="ctr"/>
            <a:r>
              <a:rPr lang="en-IN" sz="1200" b="1" dirty="0">
                <a:latin typeface="+mn-lt"/>
              </a:rPr>
              <a:t>Fig.1.1: Flow graph of the data collection app.</a:t>
            </a:r>
            <a:endParaRPr lang="en-GB" sz="1200" b="1" dirty="0">
              <a:latin typeface="+mn-lt"/>
            </a:endParaRPr>
          </a:p>
        </p:txBody>
      </p:sp>
    </p:spTree>
    <p:extLst>
      <p:ext uri="{BB962C8B-B14F-4D97-AF65-F5344CB8AC3E}">
        <p14:creationId xmlns:p14="http://schemas.microsoft.com/office/powerpoint/2010/main" val="9989228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1127760" y="1028700"/>
            <a:ext cx="6888480" cy="5364664"/>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r>
              <a:rPr lang="en-US" sz="1600" dirty="0">
                <a:ea typeface="Palatino" pitchFamily="2" charset="77"/>
              </a:rPr>
              <a:t>Once all required permissions are granted, and the model is trained, the app </a:t>
            </a:r>
            <a:r>
              <a:rPr lang="en-US" sz="1600" b="1" dirty="0">
                <a:ea typeface="Palatino" pitchFamily="2" charset="77"/>
              </a:rPr>
              <a:t>verifies every ‘x’ minutes</a:t>
            </a:r>
            <a:r>
              <a:rPr lang="en-US" sz="1600" dirty="0">
                <a:ea typeface="Palatino" pitchFamily="2" charset="77"/>
              </a:rPr>
              <a:t>.</a:t>
            </a:r>
          </a:p>
          <a:p>
            <a:pPr marL="357188" indent="-261938"/>
            <a:r>
              <a:rPr lang="en-US" sz="1600" dirty="0">
                <a:ea typeface="Palatino" pitchFamily="2" charset="77"/>
              </a:rPr>
              <a:t>IF </a:t>
            </a:r>
            <a:r>
              <a:rPr lang="en-US" sz="1600" b="1" dirty="0">
                <a:ea typeface="Palatino" pitchFamily="2" charset="77"/>
              </a:rPr>
              <a:t>Confidence Score &gt; Threshold</a:t>
            </a:r>
            <a:r>
              <a:rPr lang="en-US" sz="1600" dirty="0">
                <a:ea typeface="Palatino" pitchFamily="2" charset="77"/>
              </a:rPr>
              <a:t>:</a:t>
            </a:r>
          </a:p>
          <a:p>
            <a:pPr marL="757238" lvl="1" indent="-261938"/>
            <a:r>
              <a:rPr lang="en-US" sz="1400" b="1" dirty="0">
                <a:ea typeface="Palatino" pitchFamily="2" charset="77"/>
              </a:rPr>
              <a:t>VERIFIED</a:t>
            </a:r>
            <a:r>
              <a:rPr lang="en-US" sz="1400" dirty="0">
                <a:ea typeface="Palatino" pitchFamily="2" charset="77"/>
              </a:rPr>
              <a:t> text, countdown to next Check. </a:t>
            </a:r>
          </a:p>
          <a:p>
            <a:pPr marL="757238" lvl="1" indent="-261938"/>
            <a:r>
              <a:rPr lang="en-US" sz="1400" b="1" dirty="0">
                <a:ea typeface="Palatino" pitchFamily="2" charset="77"/>
              </a:rPr>
              <a:t>ELSE</a:t>
            </a:r>
            <a:r>
              <a:rPr lang="en-US" sz="1400" dirty="0">
                <a:ea typeface="Palatino" pitchFamily="2" charset="77"/>
              </a:rPr>
              <a:t>:</a:t>
            </a:r>
          </a:p>
          <a:p>
            <a:pPr marL="1100138" lvl="2" indent="-261938"/>
            <a:r>
              <a:rPr lang="en-US" sz="1400" b="1" dirty="0">
                <a:ea typeface="Palatino" pitchFamily="2" charset="77"/>
              </a:rPr>
              <a:t>MISMATCH</a:t>
            </a:r>
            <a:r>
              <a:rPr lang="en-US" sz="1400" dirty="0">
                <a:ea typeface="Palatino" pitchFamily="2" charset="77"/>
              </a:rPr>
              <a:t> text, check 1) More Frequently 2) Bigger Sample Size</a:t>
            </a:r>
          </a:p>
          <a:p>
            <a:pPr marL="1100138" lvl="2" indent="-261938"/>
            <a:r>
              <a:rPr lang="en-US" sz="1400" dirty="0">
                <a:ea typeface="Palatino" pitchFamily="2" charset="77"/>
              </a:rPr>
              <a:t>IF </a:t>
            </a:r>
            <a:r>
              <a:rPr lang="en-US" sz="1400" b="1" dirty="0">
                <a:ea typeface="Palatino" pitchFamily="2" charset="77"/>
              </a:rPr>
              <a:t>Confidence Score &gt; Threshold</a:t>
            </a:r>
            <a:r>
              <a:rPr lang="en-US" sz="1400" dirty="0">
                <a:ea typeface="Palatino" pitchFamily="2" charset="77"/>
              </a:rPr>
              <a:t>:</a:t>
            </a:r>
          </a:p>
          <a:p>
            <a:pPr marL="1443038" lvl="3" indent="-261938"/>
            <a:r>
              <a:rPr lang="en-US" sz="1400" dirty="0">
                <a:ea typeface="Palatino" pitchFamily="2" charset="77"/>
              </a:rPr>
              <a:t>Return </a:t>
            </a:r>
            <a:r>
              <a:rPr lang="en-US" sz="1400" b="1" dirty="0">
                <a:ea typeface="Palatino" pitchFamily="2" charset="77"/>
              </a:rPr>
              <a:t>to VERIFIED </a:t>
            </a:r>
            <a:r>
              <a:rPr lang="en-US" sz="1400" dirty="0">
                <a:ea typeface="Palatino" pitchFamily="2" charset="77"/>
              </a:rPr>
              <a:t>text, countdown to next Check. </a:t>
            </a:r>
          </a:p>
          <a:p>
            <a:pPr marL="1443038" lvl="3" indent="-261938"/>
            <a:r>
              <a:rPr lang="en-US" sz="1400" dirty="0">
                <a:ea typeface="Palatino" pitchFamily="2" charset="77"/>
              </a:rPr>
              <a:t>ELSE:</a:t>
            </a:r>
          </a:p>
          <a:p>
            <a:pPr marL="1785938" lvl="4" indent="-261938"/>
            <a:r>
              <a:rPr lang="en-US" sz="1400" b="1" dirty="0">
                <a:ea typeface="Palatino" pitchFamily="2" charset="77"/>
              </a:rPr>
              <a:t>Check again, if number of times checked &lt; 9</a:t>
            </a:r>
            <a:r>
              <a:rPr lang="en-US" sz="1400" dirty="0">
                <a:ea typeface="Palatino" pitchFamily="2" charset="77"/>
              </a:rPr>
              <a:t>. </a:t>
            </a:r>
          </a:p>
          <a:p>
            <a:pPr marL="1785938" lvl="4" indent="-261938"/>
            <a:r>
              <a:rPr lang="en-US" sz="1400" b="1" dirty="0">
                <a:ea typeface="Palatino" pitchFamily="2" charset="77"/>
              </a:rPr>
              <a:t>Force Log out</a:t>
            </a:r>
            <a:r>
              <a:rPr lang="en-US" sz="1400" dirty="0">
                <a:ea typeface="Palatino" pitchFamily="2" charset="77"/>
              </a:rPr>
              <a:t>. </a:t>
            </a:r>
            <a:endParaRPr lang="en-US" dirty="0">
              <a:ea typeface="Palatino" pitchFamily="2" charset="77"/>
            </a:endParaRPr>
          </a:p>
          <a:p>
            <a:pPr marL="357188" indent="-261938"/>
            <a:r>
              <a:rPr lang="en-US" sz="1600" dirty="0">
                <a:ea typeface="Palatino" pitchFamily="2" charset="77"/>
              </a:rPr>
              <a:t>If user logs in successfully, retrain the model. </a:t>
            </a:r>
          </a:p>
        </p:txBody>
      </p:sp>
      <p:pic>
        <p:nvPicPr>
          <p:cNvPr id="7" name="Picture 6" descr="A diagram of a flowchart&#10;&#10;AI-generated content may be incorrect.">
            <a:extLst>
              <a:ext uri="{FF2B5EF4-FFF2-40B4-BE49-F238E27FC236}">
                <a16:creationId xmlns:a16="http://schemas.microsoft.com/office/drawing/2014/main" id="{54707F2E-2438-E1F5-C02A-81F723C8598E}"/>
              </a:ext>
            </a:extLst>
          </p:cNvPr>
          <p:cNvPicPr>
            <a:picLocks noChangeAspect="1"/>
          </p:cNvPicPr>
          <p:nvPr/>
        </p:nvPicPr>
        <p:blipFill>
          <a:blip r:embed="rId2"/>
          <a:stretch>
            <a:fillRect/>
          </a:stretch>
        </p:blipFill>
        <p:spPr>
          <a:xfrm>
            <a:off x="293370" y="956742"/>
            <a:ext cx="8557260" cy="5159623"/>
          </a:xfrm>
          <a:prstGeom prst="rect">
            <a:avLst/>
          </a:prstGeom>
        </p:spPr>
      </p:pic>
      <p:sp>
        <p:nvSpPr>
          <p:cNvPr id="8" name="TextBox 7">
            <a:extLst>
              <a:ext uri="{FF2B5EF4-FFF2-40B4-BE49-F238E27FC236}">
                <a16:creationId xmlns:a16="http://schemas.microsoft.com/office/drawing/2014/main" id="{260A4E2B-A4CE-D27A-82A2-BDDDC308476E}"/>
              </a:ext>
            </a:extLst>
          </p:cNvPr>
          <p:cNvSpPr txBox="1"/>
          <p:nvPr/>
        </p:nvSpPr>
        <p:spPr>
          <a:xfrm>
            <a:off x="2280285" y="6177325"/>
            <a:ext cx="4583430" cy="276999"/>
          </a:xfrm>
          <a:prstGeom prst="rect">
            <a:avLst/>
          </a:prstGeom>
          <a:noFill/>
        </p:spPr>
        <p:txBody>
          <a:bodyPr wrap="square">
            <a:spAutoFit/>
          </a:bodyPr>
          <a:lstStyle/>
          <a:p>
            <a:pPr algn="ctr"/>
            <a:r>
              <a:rPr lang="en-IN" sz="1200" b="1" dirty="0">
                <a:latin typeface="+mn-lt"/>
              </a:rPr>
              <a:t>Fig.1.2: Flow graph of the prototype.</a:t>
            </a:r>
            <a:endParaRPr lang="en-GB" sz="1200" b="1" dirty="0">
              <a:latin typeface="+mn-lt"/>
            </a:endParaRPr>
          </a:p>
        </p:txBody>
      </p:sp>
    </p:spTree>
    <p:extLst>
      <p:ext uri="{BB962C8B-B14F-4D97-AF65-F5344CB8AC3E}">
        <p14:creationId xmlns:p14="http://schemas.microsoft.com/office/powerpoint/2010/main" val="811498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7098B9-7821-8ACD-C792-3B5F23C9E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548411-792B-E2E6-69EC-2D600A8E4120}"/>
              </a:ext>
            </a:extLst>
          </p:cNvPr>
          <p:cNvSpPr>
            <a:spLocks noGrp="1"/>
          </p:cNvSpPr>
          <p:nvPr>
            <p:ph type="title"/>
          </p:nvPr>
        </p:nvSpPr>
        <p:spPr/>
        <p:txBody>
          <a:bodyPr/>
          <a:lstStyle/>
          <a:p>
            <a:r>
              <a:rPr lang="en-IN" sz="2400" dirty="0">
                <a:ea typeface="Palatino" pitchFamily="2" charset="77"/>
              </a:rPr>
              <a:t>Project Design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99606774-D02D-0AA6-E33B-F48A47CAD52D}"/>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endParaRPr lang="en-IN" sz="1800" dirty="0">
              <a:ea typeface="Palatino" pitchFamily="2" charset="77"/>
            </a:endParaRPr>
          </a:p>
        </p:txBody>
      </p:sp>
      <p:pic>
        <p:nvPicPr>
          <p:cNvPr id="5" name="Picture 4" descr="A diagram of a diagram&#10;&#10;AI-generated content may be incorrect.">
            <a:extLst>
              <a:ext uri="{FF2B5EF4-FFF2-40B4-BE49-F238E27FC236}">
                <a16:creationId xmlns:a16="http://schemas.microsoft.com/office/drawing/2014/main" id="{F5920200-FB7E-3F45-075A-FD18BCB3BF3F}"/>
              </a:ext>
            </a:extLst>
          </p:cNvPr>
          <p:cNvPicPr>
            <a:picLocks noChangeAspect="1"/>
          </p:cNvPicPr>
          <p:nvPr/>
        </p:nvPicPr>
        <p:blipFill>
          <a:blip r:embed="rId2"/>
          <a:stretch>
            <a:fillRect/>
          </a:stretch>
        </p:blipFill>
        <p:spPr>
          <a:xfrm>
            <a:off x="122912" y="1097601"/>
            <a:ext cx="8943970" cy="3996369"/>
          </a:xfrm>
          <a:prstGeom prst="rect">
            <a:avLst/>
          </a:prstGeom>
        </p:spPr>
      </p:pic>
      <p:sp>
        <p:nvSpPr>
          <p:cNvPr id="6" name="TextBox 5">
            <a:extLst>
              <a:ext uri="{FF2B5EF4-FFF2-40B4-BE49-F238E27FC236}">
                <a16:creationId xmlns:a16="http://schemas.microsoft.com/office/drawing/2014/main" id="{03A7CD65-6DB3-D01D-E3FA-2F77E616B81E}"/>
              </a:ext>
            </a:extLst>
          </p:cNvPr>
          <p:cNvSpPr txBox="1"/>
          <p:nvPr/>
        </p:nvSpPr>
        <p:spPr>
          <a:xfrm>
            <a:off x="2280285" y="5579062"/>
            <a:ext cx="4583430" cy="276999"/>
          </a:xfrm>
          <a:prstGeom prst="rect">
            <a:avLst/>
          </a:prstGeom>
          <a:noFill/>
        </p:spPr>
        <p:txBody>
          <a:bodyPr wrap="square">
            <a:spAutoFit/>
          </a:bodyPr>
          <a:lstStyle/>
          <a:p>
            <a:pPr algn="ctr"/>
            <a:r>
              <a:rPr lang="en-IN" sz="1200" b="1" dirty="0">
                <a:latin typeface="+mn-lt"/>
              </a:rPr>
              <a:t>Fig.1.3: Data Flow Diagram (DFD) of the project.</a:t>
            </a:r>
            <a:endParaRPr lang="en-GB" sz="1200" b="1" dirty="0">
              <a:latin typeface="+mn-lt"/>
            </a:endParaRPr>
          </a:p>
        </p:txBody>
      </p:sp>
    </p:spTree>
    <p:extLst>
      <p:ext uri="{BB962C8B-B14F-4D97-AF65-F5344CB8AC3E}">
        <p14:creationId xmlns:p14="http://schemas.microsoft.com/office/powerpoint/2010/main" val="2279300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93643" y="79788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r>
              <a:rPr lang="en-IN" sz="1800" dirty="0">
                <a:ea typeface="Palatino" pitchFamily="2" charset="77"/>
              </a:rPr>
              <a:t>Using this Data Collection App, we were able to generate a dataset consisting of data from 25 participants, as follows:</a:t>
            </a:r>
          </a:p>
          <a:p>
            <a:pPr marL="95250" indent="0" algn="just">
              <a:lnSpc>
                <a:spcPct val="150000"/>
              </a:lnSpc>
              <a:buNone/>
            </a:pPr>
            <a:r>
              <a:rPr lang="en-IN" dirty="0">
                <a:ea typeface="Palatino" pitchFamily="2" charset="77"/>
              </a:rPr>
              <a:t>			</a:t>
            </a:r>
          </a:p>
        </p:txBody>
      </p:sp>
      <p:sp>
        <p:nvSpPr>
          <p:cNvPr id="5" name="TextBox 4">
            <a:extLst>
              <a:ext uri="{FF2B5EF4-FFF2-40B4-BE49-F238E27FC236}">
                <a16:creationId xmlns:a16="http://schemas.microsoft.com/office/drawing/2014/main" id="{BC2DA303-4F23-85B9-E1A4-CAC8AE40F9E9}"/>
              </a:ext>
            </a:extLst>
          </p:cNvPr>
          <p:cNvSpPr txBox="1"/>
          <p:nvPr/>
        </p:nvSpPr>
        <p:spPr>
          <a:xfrm>
            <a:off x="2280285" y="6129007"/>
            <a:ext cx="4583430" cy="276999"/>
          </a:xfrm>
          <a:prstGeom prst="rect">
            <a:avLst/>
          </a:prstGeom>
          <a:noFill/>
        </p:spPr>
        <p:txBody>
          <a:bodyPr wrap="square">
            <a:spAutoFit/>
          </a:bodyPr>
          <a:lstStyle/>
          <a:p>
            <a:pPr algn="ctr"/>
            <a:r>
              <a:rPr lang="en-IN" sz="1200" b="1" dirty="0">
                <a:latin typeface="+mn-lt"/>
              </a:rPr>
              <a:t>Fig.2.1: sensor_manager.dart code base</a:t>
            </a:r>
            <a:endParaRPr lang="en-GB" sz="1200" b="1" dirty="0">
              <a:latin typeface="+mn-lt"/>
            </a:endParaRPr>
          </a:p>
        </p:txBody>
      </p:sp>
      <p:pic>
        <p:nvPicPr>
          <p:cNvPr id="8" name="Picture 7">
            <a:extLst>
              <a:ext uri="{FF2B5EF4-FFF2-40B4-BE49-F238E27FC236}">
                <a16:creationId xmlns:a16="http://schemas.microsoft.com/office/drawing/2014/main" id="{5CC94B32-A16F-75C5-1D82-10C1949546FB}"/>
              </a:ext>
            </a:extLst>
          </p:cNvPr>
          <p:cNvPicPr>
            <a:picLocks noChangeAspect="1"/>
          </p:cNvPicPr>
          <p:nvPr/>
        </p:nvPicPr>
        <p:blipFill>
          <a:blip r:embed="rId2"/>
          <a:stretch>
            <a:fillRect/>
          </a:stretch>
        </p:blipFill>
        <p:spPr>
          <a:xfrm>
            <a:off x="1948106" y="2380819"/>
            <a:ext cx="5549974" cy="3054231"/>
          </a:xfrm>
          <a:prstGeom prst="rect">
            <a:avLst/>
          </a:prstGeom>
        </p:spPr>
      </p:pic>
      <p:sp>
        <p:nvSpPr>
          <p:cNvPr id="9" name="TextBox 8">
            <a:extLst>
              <a:ext uri="{FF2B5EF4-FFF2-40B4-BE49-F238E27FC236}">
                <a16:creationId xmlns:a16="http://schemas.microsoft.com/office/drawing/2014/main" id="{E51FCFBB-6D17-CD0B-22B9-79658832EEF6}"/>
              </a:ext>
            </a:extLst>
          </p:cNvPr>
          <p:cNvSpPr txBox="1"/>
          <p:nvPr/>
        </p:nvSpPr>
        <p:spPr>
          <a:xfrm>
            <a:off x="2280285" y="2132145"/>
            <a:ext cx="4583430" cy="276999"/>
          </a:xfrm>
          <a:prstGeom prst="rect">
            <a:avLst/>
          </a:prstGeom>
          <a:noFill/>
        </p:spPr>
        <p:txBody>
          <a:bodyPr wrap="square">
            <a:spAutoFit/>
          </a:bodyPr>
          <a:lstStyle/>
          <a:p>
            <a:pPr algn="ctr"/>
            <a:r>
              <a:rPr lang="en-IN" sz="1200" b="1" dirty="0">
                <a:latin typeface="+mn-lt"/>
              </a:rPr>
              <a:t>Table 2.1: Key Metrics of the Data Collected</a:t>
            </a:r>
            <a:endParaRPr lang="en-GB" sz="1200" b="1" dirty="0">
              <a:latin typeface="+mn-lt"/>
            </a:endParaRPr>
          </a:p>
        </p:txBody>
      </p:sp>
      <p:pic>
        <p:nvPicPr>
          <p:cNvPr id="3" name="Picture 2" descr="A screenshot of a computer&#10;&#10;AI-generated content may be incorrect.">
            <a:extLst>
              <a:ext uri="{FF2B5EF4-FFF2-40B4-BE49-F238E27FC236}">
                <a16:creationId xmlns:a16="http://schemas.microsoft.com/office/drawing/2014/main" id="{B25354D0-4E26-F73C-B861-EC22F0D191C4}"/>
              </a:ext>
            </a:extLst>
          </p:cNvPr>
          <p:cNvPicPr>
            <a:picLocks noChangeAspect="1"/>
          </p:cNvPicPr>
          <p:nvPr/>
        </p:nvPicPr>
        <p:blipFill>
          <a:blip r:embed="rId3"/>
          <a:stretch>
            <a:fillRect/>
          </a:stretch>
        </p:blipFill>
        <p:spPr>
          <a:xfrm>
            <a:off x="204023" y="797881"/>
            <a:ext cx="8846334" cy="5210238"/>
          </a:xfrm>
          <a:prstGeom prst="rect">
            <a:avLst/>
          </a:prstGeom>
        </p:spPr>
      </p:pic>
    </p:spTree>
    <p:extLst>
      <p:ext uri="{BB962C8B-B14F-4D97-AF65-F5344CB8AC3E}">
        <p14:creationId xmlns:p14="http://schemas.microsoft.com/office/powerpoint/2010/main" val="3486653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pic>
        <p:nvPicPr>
          <p:cNvPr id="5" name="Picture 4" descr="A screenshot of a computer code&#10;&#10;AI-generated content may be incorrect.">
            <a:extLst>
              <a:ext uri="{FF2B5EF4-FFF2-40B4-BE49-F238E27FC236}">
                <a16:creationId xmlns:a16="http://schemas.microsoft.com/office/drawing/2014/main" id="{BC0743C7-DD48-45B5-46A3-182EB486326C}"/>
              </a:ext>
            </a:extLst>
          </p:cNvPr>
          <p:cNvPicPr>
            <a:picLocks noChangeAspect="1"/>
          </p:cNvPicPr>
          <p:nvPr/>
        </p:nvPicPr>
        <p:blipFill>
          <a:blip r:embed="rId2"/>
          <a:srcRect b="29389"/>
          <a:stretch/>
        </p:blipFill>
        <p:spPr>
          <a:xfrm>
            <a:off x="1082106" y="964734"/>
            <a:ext cx="6979787" cy="4928532"/>
          </a:xfrm>
          <a:prstGeom prst="rect">
            <a:avLst/>
          </a:prstGeom>
        </p:spPr>
      </p:pic>
      <p:pic>
        <p:nvPicPr>
          <p:cNvPr id="3" name="Picture 6">
            <a:extLst>
              <a:ext uri="{FF2B5EF4-FFF2-40B4-BE49-F238E27FC236}">
                <a16:creationId xmlns:a16="http://schemas.microsoft.com/office/drawing/2014/main" id="{E032C45B-2C1C-9B35-B1EC-C98DB68C65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168" y="964734"/>
            <a:ext cx="8965916" cy="495304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88447241-F013-611F-FA7F-0A5C9A6854EE}"/>
              </a:ext>
            </a:extLst>
          </p:cNvPr>
          <p:cNvSpPr txBox="1"/>
          <p:nvPr/>
        </p:nvSpPr>
        <p:spPr>
          <a:xfrm>
            <a:off x="2280285" y="6129007"/>
            <a:ext cx="4583430" cy="461665"/>
          </a:xfrm>
          <a:prstGeom prst="rect">
            <a:avLst/>
          </a:prstGeom>
          <a:noFill/>
        </p:spPr>
        <p:txBody>
          <a:bodyPr wrap="square">
            <a:spAutoFit/>
          </a:bodyPr>
          <a:lstStyle/>
          <a:p>
            <a:pPr algn="ctr"/>
            <a:r>
              <a:rPr lang="en-IN" sz="1200" b="1" dirty="0">
                <a:latin typeface="+mn-lt"/>
              </a:rPr>
              <a:t>Fig</a:t>
            </a:r>
            <a:r>
              <a:rPr lang="en-IN" sz="1200" b="1">
                <a:latin typeface="+mn-lt"/>
              </a:rPr>
              <a:t>.2.</a:t>
            </a:r>
            <a:r>
              <a:rPr lang="en-IN" sz="1200" b="1" dirty="0">
                <a:latin typeface="+mn-lt"/>
              </a:rPr>
              <a:t>2</a:t>
            </a:r>
            <a:r>
              <a:rPr lang="en-IN" sz="1200" b="1">
                <a:latin typeface="+mn-lt"/>
              </a:rPr>
              <a:t>: </a:t>
            </a:r>
            <a:r>
              <a:rPr lang="en-IN" sz="1200" b="1" dirty="0">
                <a:latin typeface="+mn-lt"/>
              </a:rPr>
              <a:t>Collected v/s Used data, and the LSTM and GRU Codebases</a:t>
            </a:r>
            <a:endParaRPr lang="en-GB" sz="1200" b="1" dirty="0">
              <a:latin typeface="+mn-lt"/>
            </a:endParaRPr>
          </a:p>
        </p:txBody>
      </p:sp>
    </p:spTree>
    <p:extLst>
      <p:ext uri="{BB962C8B-B14F-4D97-AF65-F5344CB8AC3E}">
        <p14:creationId xmlns:p14="http://schemas.microsoft.com/office/powerpoint/2010/main" val="241409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a:extLst>
              <a:ext uri="{FF2B5EF4-FFF2-40B4-BE49-F238E27FC236}">
                <a16:creationId xmlns:a16="http://schemas.microsoft.com/office/drawing/2014/main" id="{37B3F95F-91D8-E0A3-2ABD-875976FCE5EB}"/>
              </a:ext>
            </a:extLst>
          </p:cNvPr>
          <p:cNvPicPr>
            <a:picLocks noChangeAspect="1"/>
          </p:cNvPicPr>
          <p:nvPr/>
        </p:nvPicPr>
        <p:blipFill>
          <a:blip r:embed="rId2"/>
          <a:stretch>
            <a:fillRect/>
          </a:stretch>
        </p:blipFill>
        <p:spPr>
          <a:xfrm>
            <a:off x="983279" y="963978"/>
            <a:ext cx="7177441" cy="4284035"/>
          </a:xfrm>
          <a:prstGeom prst="rect">
            <a:avLst/>
          </a:prstGeom>
        </p:spPr>
      </p:pic>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Implementation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grpSp>
        <p:nvGrpSpPr>
          <p:cNvPr id="13" name="Group 12">
            <a:extLst>
              <a:ext uri="{FF2B5EF4-FFF2-40B4-BE49-F238E27FC236}">
                <a16:creationId xmlns:a16="http://schemas.microsoft.com/office/drawing/2014/main" id="{E74274E4-9F8C-B8D1-3B5E-0C1CEB15A5F7}"/>
              </a:ext>
            </a:extLst>
          </p:cNvPr>
          <p:cNvGrpSpPr/>
          <p:nvPr/>
        </p:nvGrpSpPr>
        <p:grpSpPr>
          <a:xfrm>
            <a:off x="699168" y="963978"/>
            <a:ext cx="7745661" cy="4612891"/>
            <a:chOff x="699169" y="788842"/>
            <a:chExt cx="7745661" cy="4612891"/>
          </a:xfrm>
        </p:grpSpPr>
        <p:grpSp>
          <p:nvGrpSpPr>
            <p:cNvPr id="12" name="Group 11">
              <a:extLst>
                <a:ext uri="{FF2B5EF4-FFF2-40B4-BE49-F238E27FC236}">
                  <a16:creationId xmlns:a16="http://schemas.microsoft.com/office/drawing/2014/main" id="{3B56F72E-5ACF-9B43-C41C-24D9EECFB986}"/>
                </a:ext>
              </a:extLst>
            </p:cNvPr>
            <p:cNvGrpSpPr/>
            <p:nvPr/>
          </p:nvGrpSpPr>
          <p:grpSpPr>
            <a:xfrm>
              <a:off x="699169" y="788842"/>
              <a:ext cx="7745661" cy="4612891"/>
              <a:chOff x="699169" y="788842"/>
              <a:chExt cx="7745661" cy="4612891"/>
            </a:xfrm>
          </p:grpSpPr>
          <p:pic>
            <p:nvPicPr>
              <p:cNvPr id="10" name="Picture 9">
                <a:extLst>
                  <a:ext uri="{FF2B5EF4-FFF2-40B4-BE49-F238E27FC236}">
                    <a16:creationId xmlns:a16="http://schemas.microsoft.com/office/drawing/2014/main" id="{6D08D01E-294B-B6C8-3853-6FA4BBDF965D}"/>
                  </a:ext>
                </a:extLst>
              </p:cNvPr>
              <p:cNvPicPr>
                <a:picLocks noChangeAspect="1"/>
              </p:cNvPicPr>
              <p:nvPr/>
            </p:nvPicPr>
            <p:blipFill>
              <a:blip r:embed="rId3"/>
              <a:stretch>
                <a:fillRect/>
              </a:stretch>
            </p:blipFill>
            <p:spPr>
              <a:xfrm>
                <a:off x="699169" y="788842"/>
                <a:ext cx="7745661" cy="4612891"/>
              </a:xfrm>
              <a:prstGeom prst="rect">
                <a:avLst/>
              </a:prstGeom>
            </p:spPr>
          </p:pic>
          <p:pic>
            <p:nvPicPr>
              <p:cNvPr id="5" name="Picture 4">
                <a:extLst>
                  <a:ext uri="{FF2B5EF4-FFF2-40B4-BE49-F238E27FC236}">
                    <a16:creationId xmlns:a16="http://schemas.microsoft.com/office/drawing/2014/main" id="{674B941E-1F82-FDF8-E067-37A8AE4C9751}"/>
                  </a:ext>
                </a:extLst>
              </p:cNvPr>
              <p:cNvPicPr>
                <a:picLocks noChangeAspect="1"/>
              </p:cNvPicPr>
              <p:nvPr/>
            </p:nvPicPr>
            <p:blipFill>
              <a:blip r:embed="rId4"/>
              <a:stretch>
                <a:fillRect/>
              </a:stretch>
            </p:blipFill>
            <p:spPr>
              <a:xfrm>
                <a:off x="894487" y="1753951"/>
                <a:ext cx="4897973" cy="2022182"/>
              </a:xfrm>
              <a:prstGeom prst="rect">
                <a:avLst/>
              </a:prstGeom>
            </p:spPr>
          </p:pic>
        </p:grpSp>
        <p:pic>
          <p:nvPicPr>
            <p:cNvPr id="7" name="Picture 6">
              <a:extLst>
                <a:ext uri="{FF2B5EF4-FFF2-40B4-BE49-F238E27FC236}">
                  <a16:creationId xmlns:a16="http://schemas.microsoft.com/office/drawing/2014/main" id="{C15283E7-E476-C4A6-10E8-8664360AF85A}"/>
                </a:ext>
              </a:extLst>
            </p:cNvPr>
            <p:cNvPicPr>
              <a:picLocks noChangeAspect="1"/>
            </p:cNvPicPr>
            <p:nvPr/>
          </p:nvPicPr>
          <p:blipFill>
            <a:blip r:embed="rId5"/>
            <a:srcRect t="4695"/>
            <a:stretch/>
          </p:blipFill>
          <p:spPr>
            <a:xfrm>
              <a:off x="1020685" y="3795183"/>
              <a:ext cx="4771775" cy="1501513"/>
            </a:xfrm>
            <a:prstGeom prst="rect">
              <a:avLst/>
            </a:prstGeom>
          </p:spPr>
        </p:pic>
      </p:grpSp>
      <p:sp>
        <p:nvSpPr>
          <p:cNvPr id="11" name="TextBox 10">
            <a:extLst>
              <a:ext uri="{FF2B5EF4-FFF2-40B4-BE49-F238E27FC236}">
                <a16:creationId xmlns:a16="http://schemas.microsoft.com/office/drawing/2014/main" id="{1B07A5A9-129F-D647-756A-D85992EBC562}"/>
              </a:ext>
            </a:extLst>
          </p:cNvPr>
          <p:cNvSpPr txBox="1"/>
          <p:nvPr/>
        </p:nvSpPr>
        <p:spPr>
          <a:xfrm>
            <a:off x="2280285" y="6129007"/>
            <a:ext cx="4583430" cy="461665"/>
          </a:xfrm>
          <a:prstGeom prst="rect">
            <a:avLst/>
          </a:prstGeom>
          <a:noFill/>
        </p:spPr>
        <p:txBody>
          <a:bodyPr wrap="square">
            <a:spAutoFit/>
          </a:bodyPr>
          <a:lstStyle/>
          <a:p>
            <a:pPr algn="ctr"/>
            <a:r>
              <a:rPr lang="en-IN" sz="1200" b="1" dirty="0">
                <a:latin typeface="+mn-lt"/>
              </a:rPr>
              <a:t>Fig.2.3: Converting the GRU model into a mobile version (.tflite)</a:t>
            </a:r>
            <a:endParaRPr lang="en-GB" sz="1200" b="1" dirty="0">
              <a:latin typeface="+mn-lt"/>
            </a:endParaRPr>
          </a:p>
        </p:txBody>
      </p:sp>
    </p:spTree>
    <p:extLst>
      <p:ext uri="{BB962C8B-B14F-4D97-AF65-F5344CB8AC3E}">
        <p14:creationId xmlns:p14="http://schemas.microsoft.com/office/powerpoint/2010/main" val="158801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93643" y="1063127"/>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sp>
        <p:nvSpPr>
          <p:cNvPr id="6" name="TextBox 5">
            <a:extLst>
              <a:ext uri="{FF2B5EF4-FFF2-40B4-BE49-F238E27FC236}">
                <a16:creationId xmlns:a16="http://schemas.microsoft.com/office/drawing/2014/main" id="{047FA1BD-85E3-F214-EF2A-0333DDAAE88D}"/>
              </a:ext>
            </a:extLst>
          </p:cNvPr>
          <p:cNvSpPr txBox="1"/>
          <p:nvPr/>
        </p:nvSpPr>
        <p:spPr>
          <a:xfrm>
            <a:off x="2280285" y="6133456"/>
            <a:ext cx="4583430" cy="276999"/>
          </a:xfrm>
          <a:prstGeom prst="rect">
            <a:avLst/>
          </a:prstGeom>
          <a:noFill/>
        </p:spPr>
        <p:txBody>
          <a:bodyPr wrap="square">
            <a:spAutoFit/>
          </a:bodyPr>
          <a:lstStyle/>
          <a:p>
            <a:pPr algn="ctr"/>
            <a:r>
              <a:rPr lang="en-IN" sz="1200" b="1" dirty="0">
                <a:latin typeface="+mn-lt"/>
              </a:rPr>
              <a:t>Fig.3.1: The Data Collection Application.</a:t>
            </a:r>
            <a:endParaRPr lang="en-GB" sz="1200" b="1" dirty="0">
              <a:latin typeface="+mn-lt"/>
            </a:endParaRPr>
          </a:p>
        </p:txBody>
      </p:sp>
      <p:pic>
        <p:nvPicPr>
          <p:cNvPr id="12" name="Picture 11">
            <a:extLst>
              <a:ext uri="{FF2B5EF4-FFF2-40B4-BE49-F238E27FC236}">
                <a16:creationId xmlns:a16="http://schemas.microsoft.com/office/drawing/2014/main" id="{93BF7359-44BF-D88C-1AE6-8D5E89718277}"/>
              </a:ext>
            </a:extLst>
          </p:cNvPr>
          <p:cNvPicPr>
            <a:picLocks noChangeAspect="1"/>
          </p:cNvPicPr>
          <p:nvPr/>
        </p:nvPicPr>
        <p:blipFill>
          <a:blip r:embed="rId2"/>
          <a:stretch>
            <a:fillRect/>
          </a:stretch>
        </p:blipFill>
        <p:spPr>
          <a:xfrm>
            <a:off x="155575" y="977400"/>
            <a:ext cx="8832850" cy="4817473"/>
          </a:xfrm>
          <a:prstGeom prst="rect">
            <a:avLst/>
          </a:prstGeom>
        </p:spPr>
      </p:pic>
    </p:spTree>
    <p:extLst>
      <p:ext uri="{BB962C8B-B14F-4D97-AF65-F5344CB8AC3E}">
        <p14:creationId xmlns:p14="http://schemas.microsoft.com/office/powerpoint/2010/main" val="345295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2"/>
            <a:ext cx="8956714" cy="5783856"/>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pic>
        <p:nvPicPr>
          <p:cNvPr id="5" name="Picture 4">
            <a:extLst>
              <a:ext uri="{FF2B5EF4-FFF2-40B4-BE49-F238E27FC236}">
                <a16:creationId xmlns:a16="http://schemas.microsoft.com/office/drawing/2014/main" id="{3F4319D9-DFC6-4AE6-4307-38731D3D0BEB}"/>
              </a:ext>
            </a:extLst>
          </p:cNvPr>
          <p:cNvPicPr>
            <a:picLocks noChangeAspect="1"/>
          </p:cNvPicPr>
          <p:nvPr/>
        </p:nvPicPr>
        <p:blipFill>
          <a:blip r:embed="rId2"/>
          <a:stretch>
            <a:fillRect/>
          </a:stretch>
        </p:blipFill>
        <p:spPr>
          <a:xfrm>
            <a:off x="198359" y="1338305"/>
            <a:ext cx="8707065" cy="3467584"/>
          </a:xfrm>
          <a:prstGeom prst="rect">
            <a:avLst/>
          </a:prstGeom>
        </p:spPr>
      </p:pic>
      <p:pic>
        <p:nvPicPr>
          <p:cNvPr id="3" name="Picture 2">
            <a:extLst>
              <a:ext uri="{FF2B5EF4-FFF2-40B4-BE49-F238E27FC236}">
                <a16:creationId xmlns:a16="http://schemas.microsoft.com/office/drawing/2014/main" id="{6699D2E1-71F6-4B33-D87F-ED2C1B09FD09}"/>
              </a:ext>
            </a:extLst>
          </p:cNvPr>
          <p:cNvPicPr>
            <a:picLocks noChangeAspect="1"/>
          </p:cNvPicPr>
          <p:nvPr/>
        </p:nvPicPr>
        <p:blipFill>
          <a:blip r:embed="rId3"/>
          <a:stretch>
            <a:fillRect/>
          </a:stretch>
        </p:blipFill>
        <p:spPr>
          <a:xfrm>
            <a:off x="89862" y="1208165"/>
            <a:ext cx="8964276" cy="3505689"/>
          </a:xfrm>
          <a:prstGeom prst="rect">
            <a:avLst/>
          </a:prstGeom>
        </p:spPr>
      </p:pic>
      <p:sp>
        <p:nvSpPr>
          <p:cNvPr id="6" name="TextBox 5">
            <a:extLst>
              <a:ext uri="{FF2B5EF4-FFF2-40B4-BE49-F238E27FC236}">
                <a16:creationId xmlns:a16="http://schemas.microsoft.com/office/drawing/2014/main" id="{264E2EE0-FFB3-5629-2247-B278EA4D4502}"/>
              </a:ext>
            </a:extLst>
          </p:cNvPr>
          <p:cNvSpPr txBox="1"/>
          <p:nvPr/>
        </p:nvSpPr>
        <p:spPr>
          <a:xfrm>
            <a:off x="2263759" y="6053769"/>
            <a:ext cx="4583430" cy="461665"/>
          </a:xfrm>
          <a:prstGeom prst="rect">
            <a:avLst/>
          </a:prstGeom>
          <a:noFill/>
        </p:spPr>
        <p:txBody>
          <a:bodyPr wrap="square">
            <a:spAutoFit/>
          </a:bodyPr>
          <a:lstStyle/>
          <a:p>
            <a:pPr algn="ctr"/>
            <a:r>
              <a:rPr lang="en-IN" sz="1200" b="1" dirty="0">
                <a:latin typeface="+mn-lt"/>
              </a:rPr>
              <a:t>Fig.3.2: Differences in Data Collected, and Accuracies achieved with LSTM &amp; GRU.</a:t>
            </a:r>
            <a:endParaRPr lang="en-GB" sz="1200" b="1" dirty="0">
              <a:latin typeface="+mn-lt"/>
            </a:endParaRPr>
          </a:p>
        </p:txBody>
      </p:sp>
      <p:pic>
        <p:nvPicPr>
          <p:cNvPr id="10" name="Picture 9">
            <a:extLst>
              <a:ext uri="{FF2B5EF4-FFF2-40B4-BE49-F238E27FC236}">
                <a16:creationId xmlns:a16="http://schemas.microsoft.com/office/drawing/2014/main" id="{2CC2FCF3-6BB9-59B2-50B7-4C19B3630EE9}"/>
              </a:ext>
            </a:extLst>
          </p:cNvPr>
          <p:cNvPicPr>
            <a:picLocks noChangeAspect="1"/>
          </p:cNvPicPr>
          <p:nvPr/>
        </p:nvPicPr>
        <p:blipFill>
          <a:blip r:embed="rId4"/>
          <a:stretch>
            <a:fillRect/>
          </a:stretch>
        </p:blipFill>
        <p:spPr>
          <a:xfrm>
            <a:off x="0" y="917812"/>
            <a:ext cx="9144000" cy="4408615"/>
          </a:xfrm>
          <a:prstGeom prst="rect">
            <a:avLst/>
          </a:prstGeom>
        </p:spPr>
      </p:pic>
      <p:pic>
        <p:nvPicPr>
          <p:cNvPr id="8" name="Picture 7">
            <a:extLst>
              <a:ext uri="{FF2B5EF4-FFF2-40B4-BE49-F238E27FC236}">
                <a16:creationId xmlns:a16="http://schemas.microsoft.com/office/drawing/2014/main" id="{795184A5-0219-5777-8F6A-7B00D5CE51C6}"/>
              </a:ext>
            </a:extLst>
          </p:cNvPr>
          <p:cNvPicPr>
            <a:picLocks noChangeAspect="1"/>
          </p:cNvPicPr>
          <p:nvPr/>
        </p:nvPicPr>
        <p:blipFill>
          <a:blip r:embed="rId5"/>
          <a:stretch>
            <a:fillRect/>
          </a:stretch>
        </p:blipFill>
        <p:spPr>
          <a:xfrm>
            <a:off x="0" y="804232"/>
            <a:ext cx="9144000" cy="4490206"/>
          </a:xfrm>
          <a:prstGeom prst="rect">
            <a:avLst/>
          </a:prstGeom>
        </p:spPr>
      </p:pic>
    </p:spTree>
    <p:extLst>
      <p:ext uri="{BB962C8B-B14F-4D97-AF65-F5344CB8AC3E}">
        <p14:creationId xmlns:p14="http://schemas.microsoft.com/office/powerpoint/2010/main" val="3713345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Experimental Results and Evaluation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endParaRPr lang="en-IN" sz="1800" dirty="0">
              <a:ea typeface="Palatino" pitchFamily="2" charset="77"/>
            </a:endParaRPr>
          </a:p>
        </p:txBody>
      </p:sp>
      <p:pic>
        <p:nvPicPr>
          <p:cNvPr id="5" name="Picture 4" descr="A screenshot of a computer error&#10;&#10;AI-generated content may be incorrect.">
            <a:extLst>
              <a:ext uri="{FF2B5EF4-FFF2-40B4-BE49-F238E27FC236}">
                <a16:creationId xmlns:a16="http://schemas.microsoft.com/office/drawing/2014/main" id="{24809514-2340-1D26-10CA-806576B59236}"/>
              </a:ext>
            </a:extLst>
          </p:cNvPr>
          <p:cNvPicPr>
            <a:picLocks noChangeAspect="1"/>
          </p:cNvPicPr>
          <p:nvPr/>
        </p:nvPicPr>
        <p:blipFill>
          <a:blip r:embed="rId2"/>
          <a:stretch>
            <a:fillRect/>
          </a:stretch>
        </p:blipFill>
        <p:spPr>
          <a:xfrm>
            <a:off x="6222007" y="922746"/>
            <a:ext cx="2252631" cy="4998904"/>
          </a:xfrm>
          <a:prstGeom prst="rect">
            <a:avLst/>
          </a:prstGeom>
        </p:spPr>
      </p:pic>
      <p:pic>
        <p:nvPicPr>
          <p:cNvPr id="7" name="Picture 6" descr="A screen shot of a screen&#10;&#10;AI-generated content may be incorrect.">
            <a:extLst>
              <a:ext uri="{FF2B5EF4-FFF2-40B4-BE49-F238E27FC236}">
                <a16:creationId xmlns:a16="http://schemas.microsoft.com/office/drawing/2014/main" id="{A6DEEE74-6E8D-A3A2-0F16-149342DCFC5D}"/>
              </a:ext>
            </a:extLst>
          </p:cNvPr>
          <p:cNvPicPr>
            <a:picLocks noChangeAspect="1"/>
          </p:cNvPicPr>
          <p:nvPr/>
        </p:nvPicPr>
        <p:blipFill>
          <a:blip r:embed="rId3"/>
          <a:stretch>
            <a:fillRect/>
          </a:stretch>
        </p:blipFill>
        <p:spPr>
          <a:xfrm>
            <a:off x="3496234" y="922746"/>
            <a:ext cx="2391063" cy="5306104"/>
          </a:xfrm>
          <a:prstGeom prst="rect">
            <a:avLst/>
          </a:prstGeom>
        </p:spPr>
      </p:pic>
      <p:pic>
        <p:nvPicPr>
          <p:cNvPr id="9" name="Picture 8" descr="A screenshot of a device&#10;&#10;AI-generated content may be incorrect.">
            <a:extLst>
              <a:ext uri="{FF2B5EF4-FFF2-40B4-BE49-F238E27FC236}">
                <a16:creationId xmlns:a16="http://schemas.microsoft.com/office/drawing/2014/main" id="{B95A8C68-9D33-C9E4-E0CB-C019DCF32A85}"/>
              </a:ext>
            </a:extLst>
          </p:cNvPr>
          <p:cNvPicPr>
            <a:picLocks noChangeAspect="1"/>
          </p:cNvPicPr>
          <p:nvPr/>
        </p:nvPicPr>
        <p:blipFill>
          <a:blip r:embed="rId4"/>
          <a:stretch>
            <a:fillRect/>
          </a:stretch>
        </p:blipFill>
        <p:spPr>
          <a:xfrm>
            <a:off x="1057480" y="922746"/>
            <a:ext cx="2199225" cy="4880389"/>
          </a:xfrm>
          <a:prstGeom prst="rect">
            <a:avLst/>
          </a:prstGeom>
        </p:spPr>
      </p:pic>
      <p:sp>
        <p:nvSpPr>
          <p:cNvPr id="10" name="TextBox 9">
            <a:extLst>
              <a:ext uri="{FF2B5EF4-FFF2-40B4-BE49-F238E27FC236}">
                <a16:creationId xmlns:a16="http://schemas.microsoft.com/office/drawing/2014/main" id="{EC5865B8-FE29-1711-92BA-6520778BA250}"/>
              </a:ext>
            </a:extLst>
          </p:cNvPr>
          <p:cNvSpPr txBox="1"/>
          <p:nvPr/>
        </p:nvSpPr>
        <p:spPr>
          <a:xfrm>
            <a:off x="2280285" y="6133456"/>
            <a:ext cx="4583430" cy="276999"/>
          </a:xfrm>
          <a:prstGeom prst="rect">
            <a:avLst/>
          </a:prstGeom>
          <a:noFill/>
        </p:spPr>
        <p:txBody>
          <a:bodyPr wrap="square">
            <a:spAutoFit/>
          </a:bodyPr>
          <a:lstStyle/>
          <a:p>
            <a:pPr algn="ctr"/>
            <a:r>
              <a:rPr lang="en-IN" sz="1200" b="1" dirty="0">
                <a:latin typeface="+mn-lt"/>
              </a:rPr>
              <a:t>Fig.3.3: The Prototype App States</a:t>
            </a:r>
            <a:endParaRPr lang="en-GB" sz="1200" b="1" dirty="0">
              <a:latin typeface="+mn-lt"/>
            </a:endParaRPr>
          </a:p>
        </p:txBody>
      </p:sp>
    </p:spTree>
    <p:extLst>
      <p:ext uri="{BB962C8B-B14F-4D97-AF65-F5344CB8AC3E}">
        <p14:creationId xmlns:p14="http://schemas.microsoft.com/office/powerpoint/2010/main" val="2894067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1423B-3B76-BB2D-540F-6407DD5FAC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46FD5-56CD-F03C-31B2-413906154068}"/>
              </a:ext>
            </a:extLst>
          </p:cNvPr>
          <p:cNvSpPr>
            <a:spLocks noGrp="1"/>
          </p:cNvSpPr>
          <p:nvPr>
            <p:ph type="title"/>
          </p:nvPr>
        </p:nvSpPr>
        <p:spPr/>
        <p:txBody>
          <a:bodyPr/>
          <a:lstStyle/>
          <a:p>
            <a:r>
              <a:rPr lang="en-IN" sz="2400" dirty="0">
                <a:ea typeface="Palatino" pitchFamily="2" charset="77"/>
              </a:rPr>
              <a:t>Key Learnings</a:t>
            </a:r>
            <a:endParaRPr lang="en-US" dirty="0"/>
          </a:p>
        </p:txBody>
      </p:sp>
      <p:sp>
        <p:nvSpPr>
          <p:cNvPr id="4" name="Content Placeholder 2">
            <a:extLst>
              <a:ext uri="{FF2B5EF4-FFF2-40B4-BE49-F238E27FC236}">
                <a16:creationId xmlns:a16="http://schemas.microsoft.com/office/drawing/2014/main" id="{AD8B0E23-28B9-A411-F2B9-0AAE335CE30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r>
              <a:rPr lang="en-IN" sz="1800" dirty="0">
                <a:ea typeface="Palatino" pitchFamily="2" charset="77"/>
              </a:rPr>
              <a:t>We learnt about app development using flutter, and about using android plug-ins to extract data from a phone.</a:t>
            </a:r>
          </a:p>
          <a:p>
            <a:pPr marL="357188" indent="-261938" algn="just">
              <a:lnSpc>
                <a:spcPct val="150000"/>
              </a:lnSpc>
              <a:buFont typeface="Arial" pitchFamily="34" charset="0"/>
              <a:buChar char="•"/>
            </a:pPr>
            <a:endParaRPr lang="en-IN" dirty="0">
              <a:ea typeface="Palatino" pitchFamily="2" charset="77"/>
            </a:endParaRPr>
          </a:p>
          <a:p>
            <a:pPr marL="357188" indent="-261938" algn="just">
              <a:lnSpc>
                <a:spcPct val="150000"/>
              </a:lnSpc>
              <a:buFont typeface="Arial" pitchFamily="34" charset="0"/>
              <a:buChar char="•"/>
            </a:pPr>
            <a:r>
              <a:rPr lang="en-IN" sz="1800" dirty="0">
                <a:ea typeface="Palatino" pitchFamily="2" charset="77"/>
              </a:rPr>
              <a:t>Also learnt how to handle, share, pre-process and use that data. </a:t>
            </a:r>
          </a:p>
          <a:p>
            <a:pPr marL="357188" indent="-261938" algn="just">
              <a:lnSpc>
                <a:spcPct val="150000"/>
              </a:lnSpc>
              <a:buFont typeface="Arial" pitchFamily="34" charset="0"/>
              <a:buChar char="•"/>
            </a:pPr>
            <a:endParaRPr lang="en-IN" dirty="0">
              <a:ea typeface="Palatino" pitchFamily="2" charset="77"/>
            </a:endParaRPr>
          </a:p>
          <a:p>
            <a:pPr marL="357188" indent="-261938" algn="just">
              <a:lnSpc>
                <a:spcPct val="150000"/>
              </a:lnSpc>
              <a:buFont typeface="Arial" pitchFamily="34" charset="0"/>
              <a:buChar char="•"/>
            </a:pPr>
            <a:r>
              <a:rPr lang="en-IN" dirty="0">
                <a:ea typeface="Palatino" pitchFamily="2" charset="77"/>
              </a:rPr>
              <a:t>Additionally, also got an introduction to Machine and Deep Learning Models. </a:t>
            </a:r>
          </a:p>
          <a:p>
            <a:pPr marL="357188" indent="-261938" algn="just">
              <a:lnSpc>
                <a:spcPct val="150000"/>
              </a:lnSpc>
              <a:buFont typeface="Arial" pitchFamily="34" charset="0"/>
              <a:buChar char="•"/>
            </a:pPr>
            <a:endParaRPr lang="en-IN" sz="1800" dirty="0">
              <a:ea typeface="Palatino" pitchFamily="2" charset="77"/>
            </a:endParaRPr>
          </a:p>
          <a:p>
            <a:pPr marL="357188" indent="-261938" algn="just">
              <a:lnSpc>
                <a:spcPct val="150000"/>
              </a:lnSpc>
              <a:buFont typeface="Arial" pitchFamily="34" charset="0"/>
              <a:buChar char="•"/>
            </a:pPr>
            <a:r>
              <a:rPr lang="en-IN" sz="1800" dirty="0">
                <a:ea typeface="Palatino" pitchFamily="2" charset="77"/>
              </a:rPr>
              <a:t>Also learnt how to follow a process for app development, and how to balance design and development. </a:t>
            </a:r>
          </a:p>
        </p:txBody>
      </p:sp>
    </p:spTree>
    <p:extLst>
      <p:ext uri="{BB962C8B-B14F-4D97-AF65-F5344CB8AC3E}">
        <p14:creationId xmlns:p14="http://schemas.microsoft.com/office/powerpoint/2010/main" val="1701351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F3876-A327-89E8-5925-E417551A90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86DCD2-A236-23D9-E151-3D3D3A17C615}"/>
              </a:ext>
            </a:extLst>
          </p:cNvPr>
          <p:cNvSpPr>
            <a:spLocks noGrp="1"/>
          </p:cNvSpPr>
          <p:nvPr>
            <p:ph type="title"/>
          </p:nvPr>
        </p:nvSpPr>
        <p:spPr/>
        <p:txBody>
          <a:bodyPr/>
          <a:lstStyle/>
          <a:p>
            <a:r>
              <a:rPr lang="en-IN" sz="2400" dirty="0">
                <a:ea typeface="Palatino" pitchFamily="2" charset="77"/>
              </a:rPr>
              <a:t>Future Work</a:t>
            </a:r>
            <a:endParaRPr lang="en-US" b="0" dirty="0"/>
          </a:p>
        </p:txBody>
      </p:sp>
      <p:sp>
        <p:nvSpPr>
          <p:cNvPr id="4" name="Content Placeholder 2">
            <a:extLst>
              <a:ext uri="{FF2B5EF4-FFF2-40B4-BE49-F238E27FC236}">
                <a16:creationId xmlns:a16="http://schemas.microsoft.com/office/drawing/2014/main" id="{7660EB7E-41FA-08CF-E919-AE860B61B137}"/>
              </a:ext>
            </a:extLst>
          </p:cNvPr>
          <p:cNvSpPr txBox="1">
            <a:spLocks/>
          </p:cNvSpPr>
          <p:nvPr/>
        </p:nvSpPr>
        <p:spPr bwMode="auto">
          <a:xfrm>
            <a:off x="93643"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357188" indent="-261938" algn="just">
              <a:lnSpc>
                <a:spcPct val="150000"/>
              </a:lnSpc>
              <a:buFont typeface="Arial" pitchFamily="34" charset="0"/>
              <a:buChar char="•"/>
            </a:pPr>
            <a:r>
              <a:rPr lang="en-IN" dirty="0">
                <a:ea typeface="Palatino" pitchFamily="2" charset="77"/>
              </a:rPr>
              <a:t>To expand the dataset to include more variety, in terms of people and situations. </a:t>
            </a:r>
          </a:p>
          <a:p>
            <a:pPr marL="357188" indent="-261938" algn="just">
              <a:lnSpc>
                <a:spcPct val="150000"/>
              </a:lnSpc>
              <a:buFont typeface="Arial" pitchFamily="34" charset="0"/>
              <a:buChar char="•"/>
            </a:pPr>
            <a:endParaRPr lang="en-IN" sz="1800" dirty="0">
              <a:ea typeface="Palatino" pitchFamily="2" charset="77"/>
            </a:endParaRPr>
          </a:p>
          <a:p>
            <a:pPr marL="357188" indent="-261938" algn="just">
              <a:lnSpc>
                <a:spcPct val="150000"/>
              </a:lnSpc>
              <a:buFont typeface="Arial" pitchFamily="34" charset="0"/>
              <a:buChar char="•"/>
            </a:pPr>
            <a:r>
              <a:rPr lang="en-IN" dirty="0">
                <a:ea typeface="Palatino" pitchFamily="2" charset="77"/>
              </a:rPr>
              <a:t>To deploy the authentication technique in a real mock banking app, or any other app requiring high-security to demonstrate the use case. </a:t>
            </a:r>
          </a:p>
          <a:p>
            <a:pPr marL="357188" indent="-261938" algn="just">
              <a:lnSpc>
                <a:spcPct val="150000"/>
              </a:lnSpc>
              <a:buFont typeface="Arial" pitchFamily="34" charset="0"/>
              <a:buChar char="•"/>
            </a:pPr>
            <a:endParaRPr lang="en-IN" sz="1800" dirty="0">
              <a:ea typeface="Palatino" pitchFamily="2" charset="77"/>
            </a:endParaRPr>
          </a:p>
          <a:p>
            <a:pPr marL="357188" indent="-261938" algn="just">
              <a:lnSpc>
                <a:spcPct val="150000"/>
              </a:lnSpc>
              <a:buFont typeface="Arial" pitchFamily="34" charset="0"/>
              <a:buChar char="•"/>
            </a:pPr>
            <a:r>
              <a:rPr lang="en-IN" dirty="0">
                <a:ea typeface="Palatino" pitchFamily="2" charset="77"/>
              </a:rPr>
              <a:t>To write about our work in a research paper highlighting the data collected, the research done and the authentication technique adapted. </a:t>
            </a:r>
            <a:endParaRPr lang="en-IN" sz="1800" dirty="0">
              <a:ea typeface="Palatino" pitchFamily="2" charset="77"/>
            </a:endParaRPr>
          </a:p>
        </p:txBody>
      </p:sp>
    </p:spTree>
    <p:extLst>
      <p:ext uri="{BB962C8B-B14F-4D97-AF65-F5344CB8AC3E}">
        <p14:creationId xmlns:p14="http://schemas.microsoft.com/office/powerpoint/2010/main" val="752052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40878-8FE6-6431-E84F-16336E6DE5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143DA-2CB4-07C6-001C-3A639B4BCADB}"/>
              </a:ext>
            </a:extLst>
          </p:cNvPr>
          <p:cNvSpPr>
            <a:spLocks noGrp="1"/>
          </p:cNvSpPr>
          <p:nvPr>
            <p:ph type="title"/>
          </p:nvPr>
        </p:nvSpPr>
        <p:spPr/>
        <p:txBody>
          <a:bodyPr/>
          <a:lstStyle/>
          <a:p>
            <a:r>
              <a:rPr lang="en-IN" dirty="0">
                <a:ea typeface="Palatino" pitchFamily="2" charset="77"/>
              </a:rPr>
              <a:t>Work Contribution and Attendance</a:t>
            </a:r>
            <a:endParaRPr lang="en-US" b="0" dirty="0"/>
          </a:p>
        </p:txBody>
      </p:sp>
      <p:graphicFrame>
        <p:nvGraphicFramePr>
          <p:cNvPr id="3" name="Table 2">
            <a:extLst>
              <a:ext uri="{FF2B5EF4-FFF2-40B4-BE49-F238E27FC236}">
                <a16:creationId xmlns:a16="http://schemas.microsoft.com/office/drawing/2014/main" id="{B2CEBA50-2FC7-5DA7-82C9-103ABD7FD017}"/>
              </a:ext>
            </a:extLst>
          </p:cNvPr>
          <p:cNvGraphicFramePr>
            <a:graphicFrameLocks noGrp="1"/>
          </p:cNvGraphicFramePr>
          <p:nvPr>
            <p:extLst>
              <p:ext uri="{D42A27DB-BD31-4B8C-83A1-F6EECF244321}">
                <p14:modId xmlns:p14="http://schemas.microsoft.com/office/powerpoint/2010/main" val="711199526"/>
              </p:ext>
            </p:extLst>
          </p:nvPr>
        </p:nvGraphicFramePr>
        <p:xfrm>
          <a:off x="114367" y="907017"/>
          <a:ext cx="8915266" cy="3159148"/>
        </p:xfrm>
        <a:graphic>
          <a:graphicData uri="http://schemas.openxmlformats.org/drawingml/2006/table">
            <a:tbl>
              <a:tblPr firstRow="1" bandRow="1">
                <a:tableStyleId>{00A15C55-8517-42AA-B614-E9B94910E393}</a:tableStyleId>
              </a:tblPr>
              <a:tblGrid>
                <a:gridCol w="801264">
                  <a:extLst>
                    <a:ext uri="{9D8B030D-6E8A-4147-A177-3AD203B41FA5}">
                      <a16:colId xmlns:a16="http://schemas.microsoft.com/office/drawing/2014/main" val="1580173846"/>
                    </a:ext>
                  </a:extLst>
                </a:gridCol>
                <a:gridCol w="879060">
                  <a:extLst>
                    <a:ext uri="{9D8B030D-6E8A-4147-A177-3AD203B41FA5}">
                      <a16:colId xmlns:a16="http://schemas.microsoft.com/office/drawing/2014/main" val="1787721097"/>
                    </a:ext>
                  </a:extLst>
                </a:gridCol>
                <a:gridCol w="4265403">
                  <a:extLst>
                    <a:ext uri="{9D8B030D-6E8A-4147-A177-3AD203B41FA5}">
                      <a16:colId xmlns:a16="http://schemas.microsoft.com/office/drawing/2014/main" val="1940941142"/>
                    </a:ext>
                  </a:extLst>
                </a:gridCol>
                <a:gridCol w="1138989">
                  <a:extLst>
                    <a:ext uri="{9D8B030D-6E8A-4147-A177-3AD203B41FA5}">
                      <a16:colId xmlns:a16="http://schemas.microsoft.com/office/drawing/2014/main" val="1693280867"/>
                    </a:ext>
                  </a:extLst>
                </a:gridCol>
                <a:gridCol w="786550">
                  <a:extLst>
                    <a:ext uri="{9D8B030D-6E8A-4147-A177-3AD203B41FA5}">
                      <a16:colId xmlns:a16="http://schemas.microsoft.com/office/drawing/2014/main" val="3130860608"/>
                    </a:ext>
                  </a:extLst>
                </a:gridCol>
                <a:gridCol w="1044000">
                  <a:extLst>
                    <a:ext uri="{9D8B030D-6E8A-4147-A177-3AD203B41FA5}">
                      <a16:colId xmlns:a16="http://schemas.microsoft.com/office/drawing/2014/main" val="2032934039"/>
                    </a:ext>
                  </a:extLst>
                </a:gridCol>
              </a:tblGrid>
              <a:tr h="507388">
                <a:tc gridSpan="6">
                  <a:txBody>
                    <a:bodyPr/>
                    <a:lstStyle/>
                    <a:p>
                      <a:pPr algn="l"/>
                      <a:r>
                        <a:rPr lang="en-US" sz="1200" b="1" i="0" kern="1200" dirty="0">
                          <a:solidFill>
                            <a:schemeClr val="tx1"/>
                          </a:solidFill>
                          <a:effectLst/>
                          <a:latin typeface="+mn-lt"/>
                          <a:ea typeface="+mn-ea"/>
                          <a:cs typeface="+mn-cs"/>
                        </a:rPr>
                        <a:t>GitHub Repository URL: </a:t>
                      </a:r>
                      <a:r>
                        <a:rPr lang="en-US" sz="1200" b="0" i="0" dirty="0">
                          <a:solidFill>
                            <a:schemeClr val="tx1"/>
                          </a:solidFill>
                          <a:latin typeface="Helvetica" pitchFamily="2" charset="0"/>
                          <a:hlinkClick r:id="rId2"/>
                        </a:rPr>
                        <a:t>https://github.com/SimranBytes/Authentication_Using_Behavioral_Biometrics</a:t>
                      </a:r>
                      <a:endParaRPr lang="en-US" sz="1200" b="0" i="0" dirty="0">
                        <a:solidFill>
                          <a:schemeClr val="tx1"/>
                        </a:solidFill>
                        <a:latin typeface="Helvetica" pitchFamily="2" charset="0"/>
                      </a:endParaRP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1846737965"/>
                  </a:ext>
                </a:extLst>
              </a:tr>
              <a:tr h="507388">
                <a:tc>
                  <a:txBody>
                    <a:bodyPr/>
                    <a:lstStyle/>
                    <a:p>
                      <a:pPr algn="ctr"/>
                      <a:r>
                        <a:rPr lang="en-US" sz="1300" b="0" i="0" dirty="0">
                          <a:solidFill>
                            <a:schemeClr val="tx1"/>
                          </a:solidFill>
                          <a:latin typeface="Helvetica" pitchFamily="2" charset="0"/>
                        </a:rPr>
                        <a:t>Team Member</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Roll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Work Done</a:t>
                      </a:r>
                    </a:p>
                    <a:p>
                      <a:pPr algn="ctr"/>
                      <a:r>
                        <a:rPr lang="en-US" sz="1300" b="0" i="0" dirty="0">
                          <a:solidFill>
                            <a:schemeClr val="tx1"/>
                          </a:solidFill>
                          <a:latin typeface="Helvetica" pitchFamily="2" charset="0"/>
                        </a:rPr>
                        <a:t>(provide complete details)</a:t>
                      </a:r>
                    </a:p>
                  </a:txBody>
                  <a:tcPr>
                    <a:solidFill>
                      <a:schemeClr val="accent6">
                        <a:lumMod val="60000"/>
                        <a:lumOff val="4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solidFill>
                            <a:schemeClr val="tx1"/>
                          </a:solidFill>
                          <a:latin typeface="Helvetica" pitchFamily="2" charset="0"/>
                        </a:rPr>
                        <a:t>Work Contribution (%)</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Lines of Code</a:t>
                      </a:r>
                    </a:p>
                    <a:p>
                      <a:pPr algn="ctr"/>
                      <a:r>
                        <a:rPr lang="en-US" sz="1300" b="0" i="0" dirty="0">
                          <a:solidFill>
                            <a:schemeClr val="tx1"/>
                          </a:solidFill>
                          <a:latin typeface="Helvetica" pitchFamily="2" charset="0"/>
                        </a:rPr>
                        <a:t>(LoC)</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Lab Attendance (%)</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211435</a:t>
                      </a:r>
                    </a:p>
                  </a:txBody>
                  <a:tcPr>
                    <a:solidFill>
                      <a:schemeClr val="accent5">
                        <a:lumMod val="20000"/>
                        <a:lumOff val="80000"/>
                      </a:schemeClr>
                    </a:solidFill>
                  </a:tcPr>
                </a:tc>
                <a:tc>
                  <a:txBody>
                    <a:bodyPr/>
                    <a:lstStyle/>
                    <a:p>
                      <a:pPr marL="285750" indent="-285750">
                        <a:buFont typeface="Arial" panose="020B0604020202020204" pitchFamily="34" charset="0"/>
                        <a:buChar char="•"/>
                      </a:pPr>
                      <a:r>
                        <a:rPr lang="en-US" sz="1300" b="0" i="0" dirty="0">
                          <a:latin typeface="Helvetica" pitchFamily="2" charset="0"/>
                        </a:rPr>
                        <a:t>Designed the prototype in Figma</a:t>
                      </a:r>
                    </a:p>
                    <a:p>
                      <a:pPr marL="285750" indent="-285750">
                        <a:buFont typeface="Arial" panose="020B0604020202020204" pitchFamily="34" charset="0"/>
                        <a:buChar char="•"/>
                      </a:pPr>
                      <a:r>
                        <a:rPr lang="en-US" sz="1300" b="0" i="0" dirty="0">
                          <a:latin typeface="Helvetica" pitchFamily="2" charset="0"/>
                        </a:rPr>
                        <a:t>Converted GRU model into a mobile friendly version. </a:t>
                      </a:r>
                    </a:p>
                    <a:p>
                      <a:pPr marL="285750" indent="-285750">
                        <a:buFont typeface="Arial" panose="020B0604020202020204" pitchFamily="34" charset="0"/>
                        <a:buChar char="•"/>
                      </a:pPr>
                      <a:r>
                        <a:rPr lang="en-US" sz="1300" b="0" i="0" dirty="0">
                          <a:latin typeface="Helvetica" pitchFamily="2" charset="0"/>
                        </a:rPr>
                        <a:t>Documentation &amp; Write-up</a:t>
                      </a:r>
                    </a:p>
                    <a:p>
                      <a:pPr marL="0" indent="0">
                        <a:buFont typeface="Arial" panose="020B0604020202020204" pitchFamily="34" charset="0"/>
                        <a:buNone/>
                      </a:pPr>
                      <a:endParaRPr lang="en-US" sz="1300" b="0" i="0" dirty="0">
                        <a:latin typeface="Helvetica" pitchFamily="2" charset="0"/>
                      </a:endParaRP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50%</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427 (Apps)</a:t>
                      </a:r>
                    </a:p>
                    <a:p>
                      <a:pPr marL="0" indent="0" algn="ctr">
                        <a:buFont typeface="Arial" panose="020B0604020202020204" pitchFamily="34" charset="0"/>
                        <a:buNone/>
                      </a:pPr>
                      <a:r>
                        <a:rPr lang="en-US" sz="1300" b="0" i="0" dirty="0">
                          <a:latin typeface="Helvetica" pitchFamily="2" charset="0"/>
                        </a:rPr>
                        <a:t>227</a:t>
                      </a:r>
                    </a:p>
                    <a:p>
                      <a:pPr marL="0" indent="0" algn="ctr">
                        <a:buFont typeface="Arial" panose="020B0604020202020204" pitchFamily="34" charset="0"/>
                        <a:buNone/>
                      </a:pPr>
                      <a:r>
                        <a:rPr lang="en-US" sz="1300" b="0" i="0" dirty="0">
                          <a:latin typeface="Helvetica" pitchFamily="2" charset="0"/>
                        </a:rPr>
                        <a:t>(Colab)</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100%</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211442</a:t>
                      </a:r>
                    </a:p>
                  </a:txBody>
                  <a:tcPr>
                    <a:solidFill>
                      <a:schemeClr val="accent6">
                        <a:lumMod val="20000"/>
                        <a:lumOff val="80000"/>
                      </a:schemeClr>
                    </a:solidFill>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Prototype Development – Flutter</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Bug fixes in data collection app</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300" b="0" i="0" dirty="0">
                          <a:latin typeface="Helvetica" pitchFamily="2" charset="0"/>
                        </a:rPr>
                        <a:t>Documentation &amp; Write-up</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50%</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532</a:t>
                      </a:r>
                    </a:p>
                    <a:p>
                      <a:pPr marL="0" indent="0" algn="ctr">
                        <a:buFont typeface="Arial" panose="020B0604020202020204" pitchFamily="34" charset="0"/>
                        <a:buNone/>
                      </a:pPr>
                      <a:r>
                        <a:rPr lang="en-US" sz="1300" b="0" i="0" dirty="0">
                          <a:latin typeface="Helvetica" pitchFamily="2" charset="0"/>
                        </a:rPr>
                        <a:t>(App)</a:t>
                      </a:r>
                    </a:p>
                    <a:p>
                      <a:pPr marL="0" indent="0" algn="ctr">
                        <a:buFont typeface="Arial" panose="020B0604020202020204" pitchFamily="34" charset="0"/>
                        <a:buNone/>
                      </a:pPr>
                      <a:r>
                        <a:rPr lang="en-US" sz="1300" b="0" i="0" dirty="0">
                          <a:latin typeface="Helvetica" pitchFamily="2" charset="0"/>
                        </a:rPr>
                        <a:t>204</a:t>
                      </a:r>
                    </a:p>
                    <a:p>
                      <a:pPr marL="0" indent="0" algn="ctr">
                        <a:buFont typeface="Arial" panose="020B0604020202020204" pitchFamily="34" charset="0"/>
                        <a:buNone/>
                      </a:pPr>
                      <a:r>
                        <a:rPr lang="en-US" sz="1300" b="0" i="0" dirty="0">
                          <a:latin typeface="Helvetica" pitchFamily="2" charset="0"/>
                        </a:rPr>
                        <a:t>(Colab)</a:t>
                      </a:r>
                    </a:p>
                  </a:txBody>
                  <a:tcPr>
                    <a:solidFill>
                      <a:schemeClr val="accent6">
                        <a:lumMod val="20000"/>
                        <a:lumOff val="80000"/>
                      </a:schemeClr>
                    </a:solidFill>
                  </a:tcPr>
                </a:tc>
                <a:tc>
                  <a:txBody>
                    <a:bodyPr/>
                    <a:lstStyle/>
                    <a:p>
                      <a:pPr marL="0" marR="0" lvl="0" indent="0" algn="ctr"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300" b="0" i="0" dirty="0">
                          <a:latin typeface="Helvetica" pitchFamily="2" charset="0"/>
                        </a:rPr>
                        <a:t>100%</a:t>
                      </a:r>
                    </a:p>
                    <a:p>
                      <a:pPr marL="0" indent="0" algn="ctr">
                        <a:buFont typeface="Arial" panose="020B0604020202020204" pitchFamily="34" charset="0"/>
                        <a:buNone/>
                      </a:pPr>
                      <a:endParaRPr lang="en-US" sz="1300" b="0" i="0" dirty="0">
                        <a:latin typeface="Helvetica" pitchFamily="2" charset="0"/>
                      </a:endParaRPr>
                    </a:p>
                  </a:txBody>
                  <a:tcPr>
                    <a:solidFill>
                      <a:schemeClr val="accent6">
                        <a:lumMod val="20000"/>
                        <a:lumOff val="80000"/>
                      </a:schemeClr>
                    </a:solidFill>
                  </a:tcPr>
                </a:tc>
                <a:extLst>
                  <a:ext uri="{0D108BD9-81ED-4DB2-BD59-A6C34878D82A}">
                    <a16:rowId xmlns:a16="http://schemas.microsoft.com/office/drawing/2014/main" val="2590066489"/>
                  </a:ext>
                </a:extLst>
              </a:tr>
            </a:tbl>
          </a:graphicData>
        </a:graphic>
      </p:graphicFrame>
    </p:spTree>
    <p:extLst>
      <p:ext uri="{BB962C8B-B14F-4D97-AF65-F5344CB8AC3E}">
        <p14:creationId xmlns:p14="http://schemas.microsoft.com/office/powerpoint/2010/main" val="19192802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93194-9C46-7B10-5D70-B9C3D9876E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B3875B-8D9F-C28E-9A27-52775848F5B9}"/>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 </a:t>
            </a:r>
            <a:r>
              <a:rPr lang="en-IN" b="0" dirty="0">
                <a:ea typeface="Palatino" pitchFamily="2" charset="77"/>
              </a:rPr>
              <a:t>(as mentioned in weekly log)</a:t>
            </a:r>
            <a:endParaRPr lang="en-US" b="0" dirty="0"/>
          </a:p>
        </p:txBody>
      </p:sp>
      <p:sp>
        <p:nvSpPr>
          <p:cNvPr id="4" name="Content Placeholder 2">
            <a:extLst>
              <a:ext uri="{FF2B5EF4-FFF2-40B4-BE49-F238E27FC236}">
                <a16:creationId xmlns:a16="http://schemas.microsoft.com/office/drawing/2014/main" id="{5BA942A6-C262-448C-36C3-8A22D5548AE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eaLnBrk="1" fontAlgn="t" hangingPunct="1"/>
            <a:r>
              <a:rPr lang="en-US"/>
              <a:t>Yes</a:t>
            </a:r>
            <a:endParaRPr lang="en-GB"/>
          </a:p>
          <a:p>
            <a:pPr eaLnBrk="1" fontAlgn="t" hangingPunct="1"/>
            <a:r>
              <a:rPr lang="en-US"/>
              <a:t>Yes</a:t>
            </a:r>
            <a:endParaRPr lang="en-GB"/>
          </a:p>
          <a:p>
            <a:pPr eaLnBrk="1" fontAlgn="t" hangingPunct="1"/>
            <a:r>
              <a:rPr lang="en-US"/>
              <a:t>Yes</a:t>
            </a:r>
            <a:endParaRPr lang="en-GB"/>
          </a:p>
          <a:p>
            <a:pPr eaLnBrk="1" fontAlgn="t" hangingPunct="1"/>
            <a:r>
              <a:rPr lang="en-US"/>
              <a:t>Yes</a:t>
            </a:r>
            <a:endParaRPr lang="en-GB"/>
          </a:p>
          <a:p>
            <a:pPr eaLnBrk="1" fontAlgn="t" hangingPunct="1"/>
            <a:r>
              <a:rPr lang="en-US"/>
              <a:t>Yes</a:t>
            </a:r>
            <a:endParaRPr lang="en-GB"/>
          </a:p>
        </p:txBody>
      </p:sp>
      <p:graphicFrame>
        <p:nvGraphicFramePr>
          <p:cNvPr id="6" name="Table 5">
            <a:extLst>
              <a:ext uri="{FF2B5EF4-FFF2-40B4-BE49-F238E27FC236}">
                <a16:creationId xmlns:a16="http://schemas.microsoft.com/office/drawing/2014/main" id="{898BA634-6669-9F87-EF31-1C45794045B7}"/>
              </a:ext>
            </a:extLst>
          </p:cNvPr>
          <p:cNvGraphicFramePr>
            <a:graphicFrameLocks noGrp="1"/>
          </p:cNvGraphicFramePr>
          <p:nvPr>
            <p:extLst>
              <p:ext uri="{D42A27DB-BD31-4B8C-83A1-F6EECF244321}">
                <p14:modId xmlns:p14="http://schemas.microsoft.com/office/powerpoint/2010/main" val="4049364419"/>
              </p:ext>
            </p:extLst>
          </p:nvPr>
        </p:nvGraphicFramePr>
        <p:xfrm>
          <a:off x="110168" y="881350"/>
          <a:ext cx="8835528" cy="5073470"/>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426082">
                <a:tc gridSpan="4">
                  <a:txBody>
                    <a:bodyPr/>
                    <a:lstStyle/>
                    <a:p>
                      <a:pPr algn="ctr"/>
                      <a:r>
                        <a:rPr lang="en-US" sz="1300" b="1" i="0" dirty="0">
                          <a:solidFill>
                            <a:schemeClr val="tx1"/>
                          </a:solidFill>
                          <a:latin typeface="Helvetica" pitchFamily="2" charset="0"/>
                        </a:rPr>
                        <a:t>No. of Meetings with Supervisor: 15+</a:t>
                      </a:r>
                    </a:p>
                  </a:txBody>
                  <a:tcPr anchor="ct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tc hMerge="1">
                  <a:txBody>
                    <a:bodyPr/>
                    <a:lstStyle/>
                    <a:p>
                      <a:pPr algn="ctr"/>
                      <a:endParaRPr lang="en-US" sz="1300" b="0" i="0" dirty="0">
                        <a:solidFill>
                          <a:schemeClr val="tx1"/>
                        </a:solidFill>
                        <a:latin typeface="Helvetica" pitchFamily="2" charset="0"/>
                      </a:endParaRPr>
                    </a:p>
                  </a:txBody>
                  <a:tcPr>
                    <a:solidFill>
                      <a:schemeClr val="accent6">
                        <a:lumMod val="60000"/>
                        <a:lumOff val="40000"/>
                      </a:schemeClr>
                    </a:solidFill>
                  </a:tcPr>
                </a:tc>
                <a:extLst>
                  <a:ext uri="{0D108BD9-81ED-4DB2-BD59-A6C34878D82A}">
                    <a16:rowId xmlns:a16="http://schemas.microsoft.com/office/drawing/2014/main" val="2275471582"/>
                  </a:ext>
                </a:extLst>
              </a:tr>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1.</a:t>
                      </a:r>
                    </a:p>
                  </a:txBody>
                  <a:tcPr>
                    <a:solidFill>
                      <a:schemeClr val="accent5">
                        <a:lumMod val="20000"/>
                        <a:lumOff val="80000"/>
                      </a:schemeClr>
                    </a:solidFill>
                  </a:tcPr>
                </a:tc>
                <a:tc>
                  <a:txBody>
                    <a:bodyPr/>
                    <a:lstStyle/>
                    <a:p>
                      <a:pPr algn="ctr"/>
                      <a:r>
                        <a:rPr lang="en-US" sz="1300" b="0" i="0" dirty="0">
                          <a:latin typeface="Helvetica" pitchFamily="2" charset="0"/>
                        </a:rPr>
                        <a:t>17/03/2025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22/03/2025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2.</a:t>
                      </a:r>
                    </a:p>
                  </a:txBody>
                  <a:tcPr>
                    <a:solidFill>
                      <a:schemeClr val="accent6">
                        <a:lumMod val="20000"/>
                        <a:lumOff val="80000"/>
                      </a:schemeClr>
                    </a:solidFill>
                  </a:tcPr>
                </a:tc>
                <a:tc>
                  <a:txBody>
                    <a:bodyPr/>
                    <a:lstStyle/>
                    <a:p>
                      <a:pPr algn="ctr"/>
                      <a:r>
                        <a:rPr lang="en-US" sz="1300" b="0" i="0" dirty="0">
                          <a:latin typeface="Helvetica" pitchFamily="2" charset="0"/>
                        </a:rPr>
                        <a:t>24/03/2025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29/03/2025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2590066489"/>
                  </a:ext>
                </a:extLst>
              </a:tr>
              <a:tr h="828000">
                <a:tc>
                  <a:txBody>
                    <a:bodyPr/>
                    <a:lstStyle/>
                    <a:p>
                      <a:pPr algn="ctr"/>
                      <a:r>
                        <a:rPr lang="en-US" sz="1300" b="0" i="0" dirty="0">
                          <a:latin typeface="Helvetica" pitchFamily="2" charset="0"/>
                        </a:rPr>
                        <a:t>3.</a:t>
                      </a:r>
                    </a:p>
                  </a:txBody>
                  <a:tcPr>
                    <a:solidFill>
                      <a:schemeClr val="accent5">
                        <a:lumMod val="20000"/>
                        <a:lumOff val="80000"/>
                      </a:schemeClr>
                    </a:solidFill>
                  </a:tcPr>
                </a:tc>
                <a:tc>
                  <a:txBody>
                    <a:bodyPr/>
                    <a:lstStyle/>
                    <a:p>
                      <a:pPr algn="ctr"/>
                      <a:r>
                        <a:rPr lang="en-US" sz="1300" b="0" i="0" dirty="0">
                          <a:latin typeface="Helvetica" pitchFamily="2" charset="0"/>
                        </a:rPr>
                        <a:t>31/03/2025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05/04/2025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646395450"/>
                  </a:ext>
                </a:extLst>
              </a:tr>
              <a:tr h="828000">
                <a:tc>
                  <a:txBody>
                    <a:bodyPr/>
                    <a:lstStyle/>
                    <a:p>
                      <a:pPr algn="ctr"/>
                      <a:r>
                        <a:rPr lang="en-US" sz="1300" b="0" i="0" dirty="0">
                          <a:latin typeface="Helvetica" pitchFamily="2" charset="0"/>
                        </a:rPr>
                        <a:t>4.</a:t>
                      </a:r>
                    </a:p>
                  </a:txBody>
                  <a:tcPr>
                    <a:solidFill>
                      <a:schemeClr val="accent6">
                        <a:lumMod val="20000"/>
                        <a:lumOff val="80000"/>
                      </a:schemeClr>
                    </a:solidFill>
                  </a:tcPr>
                </a:tc>
                <a:tc>
                  <a:txBody>
                    <a:bodyPr/>
                    <a:lstStyle/>
                    <a:p>
                      <a:pPr algn="ctr"/>
                      <a:r>
                        <a:rPr lang="en-US" sz="1300" b="0" i="0" dirty="0">
                          <a:latin typeface="Helvetica" pitchFamily="2" charset="0"/>
                        </a:rPr>
                        <a:t>14/04/2025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19/04/2025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3451082333"/>
                  </a:ext>
                </a:extLst>
              </a:tr>
              <a:tr h="828000">
                <a:tc>
                  <a:txBody>
                    <a:bodyPr/>
                    <a:lstStyle/>
                    <a:p>
                      <a:pPr algn="ctr"/>
                      <a:r>
                        <a:rPr lang="en-US" sz="1300" b="0" i="0" dirty="0">
                          <a:latin typeface="Helvetica" pitchFamily="2" charset="0"/>
                        </a:rPr>
                        <a:t>5.</a:t>
                      </a:r>
                    </a:p>
                  </a:txBody>
                  <a:tcPr>
                    <a:solidFill>
                      <a:schemeClr val="accent5">
                        <a:lumMod val="20000"/>
                        <a:lumOff val="80000"/>
                      </a:schemeClr>
                    </a:solidFill>
                  </a:tcPr>
                </a:tc>
                <a:tc>
                  <a:txBody>
                    <a:bodyPr/>
                    <a:lstStyle/>
                    <a:p>
                      <a:pPr algn="ctr"/>
                      <a:r>
                        <a:rPr lang="en-US" sz="1300" b="0" i="0" dirty="0">
                          <a:latin typeface="Helvetica" pitchFamily="2" charset="0"/>
                        </a:rPr>
                        <a:t>21/04/2025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26/04/2025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1072130321"/>
                  </a:ext>
                </a:extLst>
              </a:tr>
            </a:tbl>
          </a:graphicData>
        </a:graphic>
      </p:graphicFrame>
    </p:spTree>
    <p:extLst>
      <p:ext uri="{BB962C8B-B14F-4D97-AF65-F5344CB8AC3E}">
        <p14:creationId xmlns:p14="http://schemas.microsoft.com/office/powerpoint/2010/main" val="1173912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E7F-6D85-EBF6-EAD4-18BE8EC570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EF7BF-D279-302B-94BF-3DB4010A5811}"/>
              </a:ext>
            </a:extLst>
          </p:cNvPr>
          <p:cNvSpPr>
            <a:spLocks noGrp="1"/>
          </p:cNvSpPr>
          <p:nvPr>
            <p:ph type="title"/>
          </p:nvPr>
        </p:nvSpPr>
        <p:spPr/>
        <p:txBody>
          <a:bodyPr/>
          <a:lstStyle/>
          <a:p>
            <a:r>
              <a:rPr lang="en-IN" sz="2400" dirty="0">
                <a:ea typeface="Palatino" pitchFamily="2" charset="77"/>
              </a:rPr>
              <a:t>Supervisor </a:t>
            </a:r>
            <a:r>
              <a:rPr lang="en-IN" dirty="0">
                <a:ea typeface="Palatino" pitchFamily="2" charset="77"/>
              </a:rPr>
              <a:t>Interactions</a:t>
            </a:r>
            <a:r>
              <a:rPr lang="en-IN" sz="2400" dirty="0">
                <a:ea typeface="Palatino" pitchFamily="2" charset="77"/>
              </a:rPr>
              <a:t>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b="0" dirty="0"/>
          </a:p>
        </p:txBody>
      </p:sp>
      <p:sp>
        <p:nvSpPr>
          <p:cNvPr id="4" name="Content Placeholder 2">
            <a:extLst>
              <a:ext uri="{FF2B5EF4-FFF2-40B4-BE49-F238E27FC236}">
                <a16:creationId xmlns:a16="http://schemas.microsoft.com/office/drawing/2014/main" id="{67675676-26F3-304D-6B9E-B3644390EFBF}"/>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buNone/>
            </a:pPr>
            <a:endParaRPr lang="en-IN" sz="1800" dirty="0">
              <a:ea typeface="Palatino" pitchFamily="2" charset="77"/>
            </a:endParaRPr>
          </a:p>
        </p:txBody>
      </p:sp>
      <p:graphicFrame>
        <p:nvGraphicFramePr>
          <p:cNvPr id="6" name="Table 5">
            <a:extLst>
              <a:ext uri="{FF2B5EF4-FFF2-40B4-BE49-F238E27FC236}">
                <a16:creationId xmlns:a16="http://schemas.microsoft.com/office/drawing/2014/main" id="{367900DB-DF9E-B5EC-0B92-06A7F2390E13}"/>
              </a:ext>
            </a:extLst>
          </p:cNvPr>
          <p:cNvGraphicFramePr>
            <a:graphicFrameLocks noGrp="1"/>
          </p:cNvGraphicFramePr>
          <p:nvPr>
            <p:extLst>
              <p:ext uri="{D42A27DB-BD31-4B8C-83A1-F6EECF244321}">
                <p14:modId xmlns:p14="http://schemas.microsoft.com/office/powerpoint/2010/main" val="398143891"/>
              </p:ext>
            </p:extLst>
          </p:nvPr>
        </p:nvGraphicFramePr>
        <p:xfrm>
          <a:off x="110168" y="881350"/>
          <a:ext cx="8835528" cy="2163388"/>
        </p:xfrm>
        <a:graphic>
          <a:graphicData uri="http://schemas.openxmlformats.org/drawingml/2006/table">
            <a:tbl>
              <a:tblPr firstRow="1" bandRow="1">
                <a:tableStyleId>{00A15C55-8517-42AA-B614-E9B94910E393}</a:tableStyleId>
              </a:tblPr>
              <a:tblGrid>
                <a:gridCol w="651832">
                  <a:extLst>
                    <a:ext uri="{9D8B030D-6E8A-4147-A177-3AD203B41FA5}">
                      <a16:colId xmlns:a16="http://schemas.microsoft.com/office/drawing/2014/main" val="1580173846"/>
                    </a:ext>
                  </a:extLst>
                </a:gridCol>
                <a:gridCol w="1364255">
                  <a:extLst>
                    <a:ext uri="{9D8B030D-6E8A-4147-A177-3AD203B41FA5}">
                      <a16:colId xmlns:a16="http://schemas.microsoft.com/office/drawing/2014/main" val="1787721097"/>
                    </a:ext>
                  </a:extLst>
                </a:gridCol>
                <a:gridCol w="5596569">
                  <a:extLst>
                    <a:ext uri="{9D8B030D-6E8A-4147-A177-3AD203B41FA5}">
                      <a16:colId xmlns:a16="http://schemas.microsoft.com/office/drawing/2014/main" val="1940941142"/>
                    </a:ext>
                  </a:extLst>
                </a:gridCol>
                <a:gridCol w="1222872">
                  <a:extLst>
                    <a:ext uri="{9D8B030D-6E8A-4147-A177-3AD203B41FA5}">
                      <a16:colId xmlns:a16="http://schemas.microsoft.com/office/drawing/2014/main" val="3130860608"/>
                    </a:ext>
                  </a:extLst>
                </a:gridCol>
              </a:tblGrid>
              <a:tr h="507388">
                <a:tc>
                  <a:txBody>
                    <a:bodyPr/>
                    <a:lstStyle/>
                    <a:p>
                      <a:pPr algn="ctr"/>
                      <a:r>
                        <a:rPr lang="en-US" sz="1300" b="0" i="0" dirty="0">
                          <a:solidFill>
                            <a:schemeClr val="tx1"/>
                          </a:solidFill>
                          <a:latin typeface="Helvetica" pitchFamily="2" charset="0"/>
                        </a:rPr>
                        <a:t>Week No.</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Duration</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Remarks (</a:t>
                      </a:r>
                      <a:r>
                        <a:rPr lang="en-US" sz="1300" b="1" i="0" dirty="0">
                          <a:solidFill>
                            <a:schemeClr val="tx1"/>
                          </a:solidFill>
                          <a:latin typeface="Helvetica" pitchFamily="2" charset="0"/>
                        </a:rPr>
                        <a:t>as mentioned in the weekly log</a:t>
                      </a:r>
                      <a:r>
                        <a:rPr lang="en-US" sz="1300" b="0" i="0" dirty="0">
                          <a:solidFill>
                            <a:schemeClr val="tx1"/>
                          </a:solidFill>
                          <a:latin typeface="Helvetica" pitchFamily="2" charset="0"/>
                        </a:rPr>
                        <a:t>)</a:t>
                      </a:r>
                    </a:p>
                  </a:txBody>
                  <a:tcPr>
                    <a:solidFill>
                      <a:schemeClr val="accent6">
                        <a:lumMod val="60000"/>
                        <a:lumOff val="40000"/>
                      </a:schemeClr>
                    </a:solidFill>
                  </a:tcPr>
                </a:tc>
                <a:tc>
                  <a:txBody>
                    <a:bodyPr/>
                    <a:lstStyle/>
                    <a:p>
                      <a:pPr algn="ctr"/>
                      <a:r>
                        <a:rPr lang="en-US" sz="1300" b="0" i="0" dirty="0">
                          <a:solidFill>
                            <a:schemeClr val="tx1"/>
                          </a:solidFill>
                          <a:latin typeface="Helvetica" pitchFamily="2" charset="0"/>
                        </a:rPr>
                        <a:t>Incorporated</a:t>
                      </a:r>
                    </a:p>
                    <a:p>
                      <a:pPr algn="ctr"/>
                      <a:r>
                        <a:rPr lang="en-US" sz="1300" b="0" i="0" dirty="0">
                          <a:solidFill>
                            <a:schemeClr val="tx1"/>
                          </a:solidFill>
                          <a:latin typeface="Helvetica" pitchFamily="2" charset="0"/>
                        </a:rPr>
                        <a:t>(Yes/No)</a:t>
                      </a:r>
                    </a:p>
                  </a:txBody>
                  <a:tcPr>
                    <a:solidFill>
                      <a:schemeClr val="accent6">
                        <a:lumMod val="60000"/>
                        <a:lumOff val="40000"/>
                      </a:schemeClr>
                    </a:solidFill>
                  </a:tcPr>
                </a:tc>
                <a:extLst>
                  <a:ext uri="{0D108BD9-81ED-4DB2-BD59-A6C34878D82A}">
                    <a16:rowId xmlns:a16="http://schemas.microsoft.com/office/drawing/2014/main" val="2495431070"/>
                  </a:ext>
                </a:extLst>
              </a:tr>
              <a:tr h="828000">
                <a:tc>
                  <a:txBody>
                    <a:bodyPr/>
                    <a:lstStyle/>
                    <a:p>
                      <a:pPr algn="ctr"/>
                      <a:r>
                        <a:rPr lang="en-US" sz="1300" b="0" i="0" dirty="0">
                          <a:latin typeface="Helvetica" pitchFamily="2" charset="0"/>
                        </a:rPr>
                        <a:t>6.</a:t>
                      </a:r>
                    </a:p>
                  </a:txBody>
                  <a:tcPr>
                    <a:solidFill>
                      <a:schemeClr val="accent5">
                        <a:lumMod val="20000"/>
                        <a:lumOff val="80000"/>
                      </a:schemeClr>
                    </a:solidFill>
                  </a:tcPr>
                </a:tc>
                <a:tc>
                  <a:txBody>
                    <a:bodyPr/>
                    <a:lstStyle/>
                    <a:p>
                      <a:pPr algn="ctr"/>
                      <a:r>
                        <a:rPr lang="en-US" sz="1300" b="0" i="0" dirty="0">
                          <a:latin typeface="Helvetica" pitchFamily="2" charset="0"/>
                        </a:rPr>
                        <a:t>28/04/2025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03/05/2025</a:t>
                      </a:r>
                    </a:p>
                  </a:txBody>
                  <a:tcPr>
                    <a:solidFill>
                      <a:schemeClr val="accent5">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5">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5">
                        <a:lumMod val="20000"/>
                        <a:lumOff val="80000"/>
                      </a:schemeClr>
                    </a:solidFill>
                  </a:tcPr>
                </a:tc>
                <a:extLst>
                  <a:ext uri="{0D108BD9-81ED-4DB2-BD59-A6C34878D82A}">
                    <a16:rowId xmlns:a16="http://schemas.microsoft.com/office/drawing/2014/main" val="3440570599"/>
                  </a:ext>
                </a:extLst>
              </a:tr>
              <a:tr h="828000">
                <a:tc>
                  <a:txBody>
                    <a:bodyPr/>
                    <a:lstStyle/>
                    <a:p>
                      <a:pPr algn="ctr"/>
                      <a:r>
                        <a:rPr lang="en-US" sz="1300" b="0" i="0" dirty="0">
                          <a:latin typeface="Helvetica" pitchFamily="2" charset="0"/>
                        </a:rPr>
                        <a:t>7.</a:t>
                      </a:r>
                    </a:p>
                  </a:txBody>
                  <a:tcPr>
                    <a:solidFill>
                      <a:schemeClr val="accent6">
                        <a:lumMod val="20000"/>
                        <a:lumOff val="80000"/>
                      </a:schemeClr>
                    </a:solidFill>
                  </a:tcPr>
                </a:tc>
                <a:tc>
                  <a:txBody>
                    <a:bodyPr/>
                    <a:lstStyle/>
                    <a:p>
                      <a:pPr algn="ctr"/>
                      <a:r>
                        <a:rPr lang="en-US" sz="1300" b="0" i="0" dirty="0">
                          <a:latin typeface="Helvetica" pitchFamily="2" charset="0"/>
                        </a:rPr>
                        <a:t>05/05/2025 </a:t>
                      </a:r>
                    </a:p>
                    <a:p>
                      <a:pPr algn="ctr"/>
                      <a:r>
                        <a:rPr lang="en-US" sz="1300" b="0" i="0" dirty="0">
                          <a:latin typeface="Helvetica" pitchFamily="2" charset="0"/>
                        </a:rPr>
                        <a:t>to</a:t>
                      </a:r>
                    </a:p>
                    <a:p>
                      <a:pPr marL="0" marR="0" lvl="0" indent="0" algn="ctr" defTabSz="457200" rtl="0" eaLnBrk="1" fontAlgn="auto" latinLnBrk="0" hangingPunct="1">
                        <a:lnSpc>
                          <a:spcPct val="100000"/>
                        </a:lnSpc>
                        <a:spcBef>
                          <a:spcPts val="0"/>
                        </a:spcBef>
                        <a:spcAft>
                          <a:spcPts val="0"/>
                        </a:spcAft>
                        <a:buClrTx/>
                        <a:buSzTx/>
                        <a:buFontTx/>
                        <a:buNone/>
                        <a:tabLst/>
                        <a:defRPr/>
                      </a:pPr>
                      <a:r>
                        <a:rPr lang="en-US" sz="1300" b="0" i="0" dirty="0">
                          <a:latin typeface="Helvetica" pitchFamily="2" charset="0"/>
                        </a:rPr>
                        <a:t>10/05/2025</a:t>
                      </a:r>
                    </a:p>
                  </a:txBody>
                  <a:tcPr>
                    <a:solidFill>
                      <a:schemeClr val="accent6">
                        <a:lumMod val="20000"/>
                        <a:lumOff val="80000"/>
                      </a:schemeClr>
                    </a:solidFill>
                  </a:tcPr>
                </a:tc>
                <a:tc>
                  <a:txBody>
                    <a:bodyPr/>
                    <a:lstStyle/>
                    <a:p>
                      <a:pPr marL="171450" indent="-171450">
                        <a:buFont typeface="Arial" panose="020B0604020202020204" pitchFamily="34" charset="0"/>
                        <a:buChar char="•"/>
                      </a:pPr>
                      <a:r>
                        <a:rPr lang="en-US" sz="1300" b="0" i="0" dirty="0">
                          <a:latin typeface="Helvetica" pitchFamily="2" charset="0"/>
                        </a:rPr>
                        <a:t>OK</a:t>
                      </a:r>
                    </a:p>
                  </a:txBody>
                  <a:tcPr>
                    <a:solidFill>
                      <a:schemeClr val="accent6">
                        <a:lumMod val="20000"/>
                        <a:lumOff val="80000"/>
                      </a:schemeClr>
                    </a:solidFill>
                  </a:tcPr>
                </a:tc>
                <a:tc>
                  <a:txBody>
                    <a:bodyPr/>
                    <a:lstStyle/>
                    <a:p>
                      <a:pPr marL="0" indent="0" algn="ctr">
                        <a:buFont typeface="Arial" panose="020B0604020202020204" pitchFamily="34" charset="0"/>
                        <a:buNone/>
                      </a:pPr>
                      <a:r>
                        <a:rPr lang="en-US" sz="1300" b="0" i="0" dirty="0">
                          <a:latin typeface="Helvetica" pitchFamily="2" charset="0"/>
                        </a:rPr>
                        <a:t>Yes</a:t>
                      </a:r>
                    </a:p>
                  </a:txBody>
                  <a:tcPr>
                    <a:solidFill>
                      <a:schemeClr val="accent6">
                        <a:lumMod val="20000"/>
                        <a:lumOff val="80000"/>
                      </a:schemeClr>
                    </a:solidFill>
                  </a:tcPr>
                </a:tc>
                <a:extLst>
                  <a:ext uri="{0D108BD9-81ED-4DB2-BD59-A6C34878D82A}">
                    <a16:rowId xmlns:a16="http://schemas.microsoft.com/office/drawing/2014/main" val="2590066489"/>
                  </a:ext>
                </a:extLst>
              </a:tr>
            </a:tbl>
          </a:graphicData>
        </a:graphic>
      </p:graphicFrame>
    </p:spTree>
    <p:extLst>
      <p:ext uri="{BB962C8B-B14F-4D97-AF65-F5344CB8AC3E}">
        <p14:creationId xmlns:p14="http://schemas.microsoft.com/office/powerpoint/2010/main" val="18840403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References</a:t>
            </a:r>
            <a:endParaRPr lang="en-US"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lnSpc>
                <a:spcPct val="100000"/>
              </a:lnSpc>
              <a:spcBef>
                <a:spcPct val="0"/>
              </a:spcBef>
              <a:buClrTx/>
              <a:buSzTx/>
              <a:buNone/>
            </a:pPr>
            <a:r>
              <a:rPr kumimoji="0" lang="en-GB" sz="1500" dirty="0">
                <a:solidFill>
                  <a:srgbClr val="000000"/>
                </a:solidFill>
                <a:latin typeface="Times New Roman" panose="02020603050405020304" pitchFamily="18" charset="0"/>
                <a:ea typeface="Times New Roman" panose="02020603050405020304" pitchFamily="18" charset="0"/>
                <a:cs typeface="+mn-cs"/>
              </a:rPr>
              <a:t>[1] O. L. Finnegan, J. W. White III, and B. Armstrong, "The utility of behavioral biometrics in user authentication and demographic detection: A scoping review," </a:t>
            </a:r>
            <a:r>
              <a:rPr kumimoji="0" lang="en-GB" sz="1500" i="1" dirty="0">
                <a:solidFill>
                  <a:srgbClr val="000000"/>
                </a:solidFill>
                <a:latin typeface="Times New Roman" panose="02020603050405020304" pitchFamily="18" charset="0"/>
                <a:ea typeface="Times New Roman" panose="02020603050405020304" pitchFamily="18" charset="0"/>
                <a:cs typeface="+mn-cs"/>
              </a:rPr>
              <a:t>Syst. Rev.</a:t>
            </a:r>
            <a:r>
              <a:rPr kumimoji="0" lang="en-GB" sz="1500" dirty="0">
                <a:solidFill>
                  <a:srgbClr val="000000"/>
                </a:solidFill>
                <a:latin typeface="Times New Roman" panose="02020603050405020304" pitchFamily="18" charset="0"/>
                <a:ea typeface="Times New Roman" panose="02020603050405020304" pitchFamily="18" charset="0"/>
                <a:cs typeface="+mn-cs"/>
              </a:rPr>
              <a:t>, vol. 13, no. 1, p. 45, 2024.</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GB" sz="1500" dirty="0">
                <a:solidFill>
                  <a:srgbClr val="000000"/>
                </a:solidFill>
                <a:latin typeface="Times New Roman" panose="02020603050405020304" pitchFamily="18" charset="0"/>
                <a:ea typeface="Times New Roman" panose="02020603050405020304" pitchFamily="18" charset="0"/>
                <a:cs typeface="+mn-cs"/>
              </a:rPr>
              <a:t>[2] L. Sun, Y. Wang, Y. Ren, and F. Xia, "Path signature-based XAI-enabled network time series classification," </a:t>
            </a:r>
            <a:r>
              <a:rPr kumimoji="0" lang="en-GB" sz="1500" i="1" dirty="0">
                <a:solidFill>
                  <a:srgbClr val="000000"/>
                </a:solidFill>
                <a:latin typeface="Times New Roman" panose="02020603050405020304" pitchFamily="18" charset="0"/>
                <a:ea typeface="Times New Roman" panose="02020603050405020304" pitchFamily="18" charset="0"/>
                <a:cs typeface="+mn-cs"/>
              </a:rPr>
              <a:t>Sci. China Inf. Sci.</a:t>
            </a:r>
            <a:r>
              <a:rPr kumimoji="0" lang="en-GB" sz="1500" dirty="0">
                <a:solidFill>
                  <a:srgbClr val="000000"/>
                </a:solidFill>
                <a:latin typeface="Times New Roman" panose="02020603050405020304" pitchFamily="18" charset="0"/>
                <a:ea typeface="Times New Roman" panose="02020603050405020304" pitchFamily="18" charset="0"/>
                <a:cs typeface="+mn-cs"/>
              </a:rPr>
              <a:t>, vol. 67, no. 4, pp. 1–15, 2024.</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GB" sz="1500" dirty="0">
                <a:solidFill>
                  <a:srgbClr val="000000"/>
                </a:solidFill>
                <a:latin typeface="Times New Roman" panose="02020603050405020304" pitchFamily="18" charset="0"/>
                <a:ea typeface="Times New Roman" panose="02020603050405020304" pitchFamily="18" charset="0"/>
                <a:cs typeface="+mn-cs"/>
              </a:rPr>
              <a:t>[3] E. C.-Y. Su and H.-M. Wu, "Dimension reduction and visualization of multiple time series data: A symbolic data analysis approach," </a:t>
            </a:r>
            <a:r>
              <a:rPr kumimoji="0" lang="en-GB" sz="1500" i="1" dirty="0" err="1">
                <a:solidFill>
                  <a:srgbClr val="000000"/>
                </a:solidFill>
                <a:latin typeface="Times New Roman" panose="02020603050405020304" pitchFamily="18" charset="0"/>
                <a:ea typeface="Times New Roman" panose="02020603050405020304" pitchFamily="18" charset="0"/>
                <a:cs typeface="+mn-cs"/>
              </a:rPr>
              <a:t>Comput</a:t>
            </a:r>
            <a:r>
              <a:rPr kumimoji="0" lang="en-GB" sz="1500" i="1" dirty="0">
                <a:solidFill>
                  <a:srgbClr val="000000"/>
                </a:solidFill>
                <a:latin typeface="Times New Roman" panose="02020603050405020304" pitchFamily="18" charset="0"/>
                <a:ea typeface="Times New Roman" panose="02020603050405020304" pitchFamily="18" charset="0"/>
                <a:cs typeface="+mn-cs"/>
              </a:rPr>
              <a:t>. Stat.</a:t>
            </a:r>
            <a:r>
              <a:rPr kumimoji="0" lang="en-GB" sz="1500" dirty="0">
                <a:solidFill>
                  <a:srgbClr val="000000"/>
                </a:solidFill>
                <a:latin typeface="Times New Roman" panose="02020603050405020304" pitchFamily="18" charset="0"/>
                <a:ea typeface="Times New Roman" panose="02020603050405020304" pitchFamily="18" charset="0"/>
                <a:cs typeface="+mn-cs"/>
              </a:rPr>
              <a:t>, vol. 39, no. 2, pp. 123–140, 2024.</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GB" sz="1500" dirty="0">
                <a:solidFill>
                  <a:srgbClr val="000000"/>
                </a:solidFill>
                <a:latin typeface="Times New Roman" panose="02020603050405020304" pitchFamily="18" charset="0"/>
                <a:ea typeface="Times New Roman" panose="02020603050405020304" pitchFamily="18" charset="0"/>
                <a:cs typeface="+mn-cs"/>
              </a:rPr>
              <a:t>[4] P. Bansal and A. </a:t>
            </a:r>
            <a:r>
              <a:rPr kumimoji="0" lang="en-GB" sz="1500" dirty="0" err="1">
                <a:solidFill>
                  <a:srgbClr val="000000"/>
                </a:solidFill>
                <a:latin typeface="Times New Roman" panose="02020603050405020304" pitchFamily="18" charset="0"/>
                <a:ea typeface="Times New Roman" panose="02020603050405020304" pitchFamily="18" charset="0"/>
                <a:cs typeface="+mn-cs"/>
              </a:rPr>
              <a:t>Ouda</a:t>
            </a:r>
            <a:r>
              <a:rPr kumimoji="0" lang="en-GB" sz="1500" dirty="0">
                <a:solidFill>
                  <a:srgbClr val="000000"/>
                </a:solidFill>
                <a:latin typeface="Times New Roman" panose="02020603050405020304" pitchFamily="18" charset="0"/>
                <a:ea typeface="Times New Roman" panose="02020603050405020304" pitchFamily="18" charset="0"/>
                <a:cs typeface="+mn-cs"/>
              </a:rPr>
              <a:t>, "Continuous authentication in the digital age: An analysis of reinforcement learning and behavioral biometrics," </a:t>
            </a:r>
            <a:r>
              <a:rPr kumimoji="0" lang="en-GB" sz="1500" i="1" dirty="0">
                <a:solidFill>
                  <a:srgbClr val="000000"/>
                </a:solidFill>
                <a:latin typeface="Times New Roman" panose="02020603050405020304" pitchFamily="18" charset="0"/>
                <a:ea typeface="Times New Roman" panose="02020603050405020304" pitchFamily="18" charset="0"/>
                <a:cs typeface="+mn-cs"/>
              </a:rPr>
              <a:t>Computers</a:t>
            </a:r>
            <a:r>
              <a:rPr kumimoji="0" lang="en-GB" sz="1500" dirty="0">
                <a:solidFill>
                  <a:srgbClr val="000000"/>
                </a:solidFill>
                <a:latin typeface="Times New Roman" panose="02020603050405020304" pitchFamily="18" charset="0"/>
                <a:ea typeface="Times New Roman" panose="02020603050405020304" pitchFamily="18" charset="0"/>
                <a:cs typeface="+mn-cs"/>
              </a:rPr>
              <a:t>, vol. 13, no. 6, p. 78, 2024.</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[5] P. Yris, et al., "Deep features fusion for user authentication based on human activity," </a:t>
            </a:r>
            <a:r>
              <a:rPr kumimoji="0" lang="en-US" sz="1500" i="1" dirty="0">
                <a:solidFill>
                  <a:srgbClr val="000000"/>
                </a:solidFill>
                <a:latin typeface="Times New Roman" panose="02020603050405020304" pitchFamily="18" charset="0"/>
                <a:ea typeface="Times New Roman" panose="02020603050405020304" pitchFamily="18" charset="0"/>
                <a:cs typeface="+mn-cs"/>
              </a:rPr>
              <a:t>IET Biometrics</a:t>
            </a:r>
            <a:r>
              <a:rPr kumimoji="0" lang="en-US" sz="1500" dirty="0">
                <a:solidFill>
                  <a:srgbClr val="000000"/>
                </a:solidFill>
                <a:latin typeface="Times New Roman" panose="02020603050405020304" pitchFamily="18" charset="0"/>
                <a:ea typeface="Times New Roman" panose="02020603050405020304" pitchFamily="18" charset="0"/>
                <a:cs typeface="+mn-cs"/>
              </a:rPr>
              <a:t>, vol. 12, no. 1, pp. 45-57, 2023.</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[6] R. Praveen, et al., "Continuous user authentication on smartphone via behavioral biometrics: a survey," </a:t>
            </a:r>
            <a:r>
              <a:rPr kumimoji="0" lang="en-US" sz="1500" i="1" dirty="0">
                <a:solidFill>
                  <a:srgbClr val="000000"/>
                </a:solidFill>
                <a:latin typeface="Times New Roman" panose="02020603050405020304" pitchFamily="18" charset="0"/>
                <a:ea typeface="Times New Roman" panose="02020603050405020304" pitchFamily="18" charset="0"/>
                <a:cs typeface="+mn-cs"/>
              </a:rPr>
              <a:t>Multimedia Tools and Applications</a:t>
            </a:r>
            <a:r>
              <a:rPr kumimoji="0" lang="en-US" sz="1500" dirty="0">
                <a:solidFill>
                  <a:srgbClr val="000000"/>
                </a:solidFill>
                <a:latin typeface="Times New Roman" panose="02020603050405020304" pitchFamily="18" charset="0"/>
                <a:ea typeface="Times New Roman" panose="02020603050405020304" pitchFamily="18" charset="0"/>
                <a:cs typeface="+mn-cs"/>
              </a:rPr>
              <a:t>, Springer, 2023.</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[7] G. </a:t>
            </a:r>
            <a:r>
              <a:rPr kumimoji="0" lang="en-US" sz="1500" dirty="0" err="1">
                <a:solidFill>
                  <a:srgbClr val="000000"/>
                </a:solidFill>
                <a:latin typeface="Times New Roman" panose="02020603050405020304" pitchFamily="18" charset="0"/>
                <a:ea typeface="Times New Roman" panose="02020603050405020304" pitchFamily="18" charset="0"/>
                <a:cs typeface="+mn-cs"/>
              </a:rPr>
              <a:t>Stragapede</a:t>
            </a:r>
            <a:r>
              <a:rPr kumimoji="0" lang="en-US" sz="1500" dirty="0">
                <a:solidFill>
                  <a:srgbClr val="000000"/>
                </a:solidFill>
                <a:latin typeface="Times New Roman" panose="02020603050405020304" pitchFamily="18" charset="0"/>
                <a:ea typeface="Times New Roman" panose="02020603050405020304" pitchFamily="18" charset="0"/>
                <a:cs typeface="+mn-cs"/>
              </a:rPr>
              <a:t>, et al., "Mobile behavioral biometrics for passive authentication," </a:t>
            </a:r>
            <a:r>
              <a:rPr kumimoji="0" lang="en-US" sz="1500" i="1" dirty="0">
                <a:solidFill>
                  <a:srgbClr val="000000"/>
                </a:solidFill>
                <a:latin typeface="Times New Roman" panose="02020603050405020304" pitchFamily="18" charset="0"/>
                <a:ea typeface="Times New Roman" panose="02020603050405020304" pitchFamily="18" charset="0"/>
                <a:cs typeface="+mn-cs"/>
              </a:rPr>
              <a:t>Pattern Recognition Letters</a:t>
            </a:r>
            <a:r>
              <a:rPr kumimoji="0" lang="en-US" sz="1500" dirty="0">
                <a:solidFill>
                  <a:srgbClr val="000000"/>
                </a:solidFill>
                <a:latin typeface="Times New Roman" panose="02020603050405020304" pitchFamily="18" charset="0"/>
                <a:ea typeface="Times New Roman" panose="02020603050405020304" pitchFamily="18" charset="0"/>
                <a:cs typeface="+mn-cs"/>
              </a:rPr>
              <a:t>, vol. 157, pp. 130-140, 2022.</a:t>
            </a:r>
          </a:p>
          <a:p>
            <a:pPr marL="0" lvl="0" indent="0" algn="l">
              <a:lnSpc>
                <a:spcPct val="100000"/>
              </a:lnSpc>
              <a:spcBef>
                <a:spcPct val="0"/>
              </a:spcBef>
              <a:buClrTx/>
              <a:buSzTx/>
              <a:buNone/>
            </a:pPr>
            <a:endParaRPr kumimoji="0" lang="en-US"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[8] Z. Shihong, et al., "A Robust Continuous Authentication System Using Smartphone Sensors and Wasserstein Generative Adversarial Networks," </a:t>
            </a:r>
            <a:r>
              <a:rPr kumimoji="0" lang="en-US" sz="1500" i="1" dirty="0">
                <a:solidFill>
                  <a:srgbClr val="000000"/>
                </a:solidFill>
                <a:latin typeface="Times New Roman" panose="02020603050405020304" pitchFamily="18" charset="0"/>
                <a:ea typeface="Times New Roman" panose="02020603050405020304" pitchFamily="18" charset="0"/>
                <a:cs typeface="+mn-cs"/>
              </a:rPr>
              <a:t>Communication Security in </a:t>
            </a:r>
            <a:r>
              <a:rPr kumimoji="0" lang="en-US" sz="1500" i="1" dirty="0" err="1">
                <a:solidFill>
                  <a:srgbClr val="000000"/>
                </a:solidFill>
                <a:latin typeface="Times New Roman" panose="02020603050405020304" pitchFamily="18" charset="0"/>
                <a:ea typeface="Times New Roman" panose="02020603050405020304" pitchFamily="18" charset="0"/>
                <a:cs typeface="+mn-cs"/>
              </a:rPr>
              <a:t>Socialnet</a:t>
            </a:r>
            <a:r>
              <a:rPr kumimoji="0" lang="en-US" sz="1500" i="1" dirty="0">
                <a:solidFill>
                  <a:srgbClr val="000000"/>
                </a:solidFill>
                <a:latin typeface="Times New Roman" panose="02020603050405020304" pitchFamily="18" charset="0"/>
                <a:ea typeface="Times New Roman" panose="02020603050405020304" pitchFamily="18" charset="0"/>
                <a:cs typeface="+mn-cs"/>
              </a:rPr>
              <a:t>-Oriented Cyber Spaces</a:t>
            </a:r>
            <a:r>
              <a:rPr kumimoji="0" lang="en-US" sz="1500" dirty="0">
                <a:solidFill>
                  <a:srgbClr val="000000"/>
                </a:solidFill>
                <a:latin typeface="Times New Roman" panose="02020603050405020304" pitchFamily="18" charset="0"/>
                <a:ea typeface="Times New Roman" panose="02020603050405020304" pitchFamily="18" charset="0"/>
                <a:cs typeface="+mn-cs"/>
              </a:rPr>
              <a:t>, 2021.</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95250" lvl="0" indent="0" algn="l">
              <a:lnSpc>
                <a:spcPct val="100000"/>
              </a:lnSpc>
              <a:spcBef>
                <a:spcPct val="0"/>
              </a:spcBef>
              <a:buClrTx/>
              <a:buSzTx/>
              <a:buNone/>
            </a:pPr>
            <a:endParaRPr kumimoji="0" lang="en-IN" sz="1500" dirty="0">
              <a:solidFill>
                <a:srgbClr val="000000"/>
              </a:solidFill>
              <a:latin typeface="Verdana" panose="020B0604030504040204" pitchFamily="34" charset="0"/>
              <a:ea typeface="Palatino" pitchFamily="2" charset="77"/>
              <a:cs typeface="+mn-cs"/>
            </a:endParaRPr>
          </a:p>
        </p:txBody>
      </p:sp>
    </p:spTree>
    <p:extLst>
      <p:ext uri="{BB962C8B-B14F-4D97-AF65-F5344CB8AC3E}">
        <p14:creationId xmlns:p14="http://schemas.microsoft.com/office/powerpoint/2010/main" val="1082175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6B0791-3F4D-C8EA-6632-B1C3EC8E3A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57DADB-37A7-3298-E4FE-623C45115032}"/>
              </a:ext>
            </a:extLst>
          </p:cNvPr>
          <p:cNvSpPr>
            <a:spLocks noGrp="1"/>
          </p:cNvSpPr>
          <p:nvPr>
            <p:ph type="title"/>
          </p:nvPr>
        </p:nvSpPr>
        <p:spPr/>
        <p:txBody>
          <a:bodyPr/>
          <a:lstStyle/>
          <a:p>
            <a:r>
              <a:rPr lang="en-IN" sz="2400" dirty="0">
                <a:ea typeface="Palatino" pitchFamily="2" charset="77"/>
              </a:rPr>
              <a:t>References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dirty="0"/>
          </a:p>
        </p:txBody>
      </p:sp>
      <p:sp>
        <p:nvSpPr>
          <p:cNvPr id="4" name="Content Placeholder 2">
            <a:extLst>
              <a:ext uri="{FF2B5EF4-FFF2-40B4-BE49-F238E27FC236}">
                <a16:creationId xmlns:a16="http://schemas.microsoft.com/office/drawing/2014/main" id="{FE0A155F-E9D3-CE9B-ED58-F6066AA93EAC}"/>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[9] B. Lavanya, et al., "Impact of Behavioral Biometrics on Mobile Banking System," </a:t>
            </a:r>
            <a:r>
              <a:rPr kumimoji="0" lang="en-US" sz="1500" i="1" dirty="0">
                <a:solidFill>
                  <a:srgbClr val="000000"/>
                </a:solidFill>
                <a:latin typeface="Times New Roman" panose="02020603050405020304" pitchFamily="18" charset="0"/>
                <a:ea typeface="Times New Roman" panose="02020603050405020304" pitchFamily="18" charset="0"/>
                <a:cs typeface="+mn-cs"/>
              </a:rPr>
              <a:t>Journal of Physics: Conference Series, Advances in Computational Electronics and Communication Engineering</a:t>
            </a:r>
            <a:r>
              <a:rPr kumimoji="0" lang="en-US" sz="1500" dirty="0">
                <a:solidFill>
                  <a:srgbClr val="000000"/>
                </a:solidFill>
                <a:latin typeface="Times New Roman" panose="02020603050405020304" pitchFamily="18" charset="0"/>
                <a:ea typeface="Times New Roman" panose="02020603050405020304" pitchFamily="18" charset="0"/>
                <a:cs typeface="+mn-cs"/>
              </a:rPr>
              <a:t>, vol. 1964, 2021.</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[10] G. Jianfeng, et al., "Design and Implementation of Continuous Authentication Mechanism Based on Multimodal Fusion Mechanism," </a:t>
            </a:r>
            <a:r>
              <a:rPr kumimoji="0" lang="en-US" sz="1500" i="1" dirty="0">
                <a:solidFill>
                  <a:srgbClr val="000000"/>
                </a:solidFill>
                <a:latin typeface="Times New Roman" panose="02020603050405020304" pitchFamily="18" charset="0"/>
                <a:ea typeface="Times New Roman" panose="02020603050405020304" pitchFamily="18" charset="0"/>
                <a:cs typeface="+mn-cs"/>
              </a:rPr>
              <a:t>Communication Security in </a:t>
            </a:r>
            <a:r>
              <a:rPr kumimoji="0" lang="en-US" sz="1500" i="1" dirty="0" err="1">
                <a:solidFill>
                  <a:srgbClr val="000000"/>
                </a:solidFill>
                <a:latin typeface="Times New Roman" panose="02020603050405020304" pitchFamily="18" charset="0"/>
                <a:ea typeface="Times New Roman" panose="02020603050405020304" pitchFamily="18" charset="0"/>
                <a:cs typeface="+mn-cs"/>
              </a:rPr>
              <a:t>Socialnet</a:t>
            </a:r>
            <a:r>
              <a:rPr kumimoji="0" lang="en-US" sz="1500" i="1" dirty="0">
                <a:solidFill>
                  <a:srgbClr val="000000"/>
                </a:solidFill>
                <a:latin typeface="Times New Roman" panose="02020603050405020304" pitchFamily="18" charset="0"/>
                <a:ea typeface="Times New Roman" panose="02020603050405020304" pitchFamily="18" charset="0"/>
                <a:cs typeface="+mn-cs"/>
              </a:rPr>
              <a:t>-Oriented Cyber Spaces</a:t>
            </a:r>
            <a:r>
              <a:rPr kumimoji="0" lang="en-US" sz="15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[11] S. Ioannis, et al., "Behavioral biometrics &amp; continuous user authentication on mobile devices: A survey," </a:t>
            </a:r>
            <a:r>
              <a:rPr kumimoji="0" lang="en-US" sz="1500" i="1" dirty="0">
                <a:solidFill>
                  <a:srgbClr val="000000"/>
                </a:solidFill>
                <a:latin typeface="Times New Roman" panose="02020603050405020304" pitchFamily="18" charset="0"/>
                <a:ea typeface="Times New Roman" panose="02020603050405020304" pitchFamily="18" charset="0"/>
                <a:cs typeface="+mn-cs"/>
              </a:rPr>
              <a:t>Information Fusion</a:t>
            </a:r>
            <a:r>
              <a:rPr kumimoji="0" lang="en-US" sz="15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[12] M. </a:t>
            </a:r>
            <a:r>
              <a:rPr kumimoji="0" lang="en-US" sz="1500" dirty="0" err="1">
                <a:solidFill>
                  <a:srgbClr val="000000"/>
                </a:solidFill>
                <a:latin typeface="Times New Roman" panose="02020603050405020304" pitchFamily="18" charset="0"/>
                <a:ea typeface="Times New Roman" panose="02020603050405020304" pitchFamily="18" charset="0"/>
                <a:cs typeface="+mn-cs"/>
              </a:rPr>
              <a:t>Abuhamad</a:t>
            </a:r>
            <a:r>
              <a:rPr kumimoji="0" lang="en-US" sz="1500" dirty="0">
                <a:solidFill>
                  <a:srgbClr val="000000"/>
                </a:solidFill>
                <a:latin typeface="Times New Roman" panose="02020603050405020304" pitchFamily="18" charset="0"/>
                <a:ea typeface="Times New Roman" panose="02020603050405020304" pitchFamily="18" charset="0"/>
                <a:cs typeface="+mn-cs"/>
              </a:rPr>
              <a:t>, et al., "Sensor-based continuous authentication of smartphones’ users using behavioral biometrics: A contemporary survey," </a:t>
            </a:r>
            <a:r>
              <a:rPr kumimoji="0" lang="en-US" sz="1500" i="1" dirty="0">
                <a:solidFill>
                  <a:srgbClr val="000000"/>
                </a:solidFill>
                <a:latin typeface="Times New Roman" panose="02020603050405020304" pitchFamily="18" charset="0"/>
                <a:ea typeface="Times New Roman" panose="02020603050405020304" pitchFamily="18" charset="0"/>
                <a:cs typeface="+mn-cs"/>
              </a:rPr>
              <a:t>IEEE Internet of Things Journal</a:t>
            </a:r>
            <a:r>
              <a:rPr kumimoji="0" lang="en-US" sz="1500" dirty="0">
                <a:solidFill>
                  <a:srgbClr val="000000"/>
                </a:solidFill>
                <a:latin typeface="Times New Roman" panose="02020603050405020304" pitchFamily="18" charset="0"/>
                <a:ea typeface="Times New Roman" panose="02020603050405020304" pitchFamily="18" charset="0"/>
                <a:cs typeface="+mn-cs"/>
              </a:rPr>
              <a:t>, 2021.</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[13] I. Alsaadi, "Study on most popular behavioral biometrics, advantages, disadvantages and recent applications," </a:t>
            </a:r>
            <a:r>
              <a:rPr kumimoji="0" lang="en-US" sz="1500" i="1" dirty="0">
                <a:solidFill>
                  <a:srgbClr val="000000"/>
                </a:solidFill>
                <a:latin typeface="Times New Roman" panose="02020603050405020304" pitchFamily="18" charset="0"/>
                <a:ea typeface="Times New Roman" panose="02020603050405020304" pitchFamily="18" charset="0"/>
                <a:cs typeface="+mn-cs"/>
              </a:rPr>
              <a:t>International Journal of Scientific &amp; Technology Research</a:t>
            </a:r>
            <a:r>
              <a:rPr kumimoji="0" lang="en-US" sz="1500" dirty="0">
                <a:solidFill>
                  <a:srgbClr val="000000"/>
                </a:solidFill>
                <a:latin typeface="Times New Roman" panose="02020603050405020304" pitchFamily="18" charset="0"/>
                <a:ea typeface="Times New Roman" panose="02020603050405020304" pitchFamily="18" charset="0"/>
                <a:cs typeface="+mn-cs"/>
              </a:rPr>
              <a:t>, vol. 10, no. 12, pp. 320-326, 2021.</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[14] T. L. Xu, K. de Barbaro, D. H. Abney, and R. F. A. Cox, "Finding structure in time: Visualizing and analyzing behavioral time series," </a:t>
            </a:r>
            <a:r>
              <a:rPr kumimoji="0" lang="en-US" sz="1500" i="1" dirty="0">
                <a:solidFill>
                  <a:srgbClr val="000000"/>
                </a:solidFill>
                <a:latin typeface="Times New Roman" panose="02020603050405020304" pitchFamily="18" charset="0"/>
                <a:ea typeface="Times New Roman" panose="02020603050405020304" pitchFamily="18" charset="0"/>
                <a:cs typeface="+mn-cs"/>
              </a:rPr>
              <a:t>Front. Psychol.</a:t>
            </a:r>
            <a:r>
              <a:rPr kumimoji="0" lang="en-US" sz="1500" dirty="0">
                <a:solidFill>
                  <a:srgbClr val="000000"/>
                </a:solidFill>
                <a:latin typeface="Times New Roman" panose="02020603050405020304" pitchFamily="18" charset="0"/>
                <a:ea typeface="Times New Roman" panose="02020603050405020304" pitchFamily="18" charset="0"/>
                <a:cs typeface="+mn-cs"/>
              </a:rPr>
              <a:t>, vol. 11, p. 2735, 2020.</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[15] A. Alzubaidi and J. Kalita, "Authentication of smartphone users using behavioral biometrics," </a:t>
            </a:r>
            <a:r>
              <a:rPr kumimoji="0" lang="en-US" sz="1500" i="1" dirty="0">
                <a:solidFill>
                  <a:srgbClr val="000000"/>
                </a:solidFill>
                <a:latin typeface="Times New Roman" panose="02020603050405020304" pitchFamily="18" charset="0"/>
                <a:ea typeface="Times New Roman" panose="02020603050405020304" pitchFamily="18" charset="0"/>
                <a:cs typeface="+mn-cs"/>
              </a:rPr>
              <a:t>IEEE Communications Surveys &amp; Tutorials</a:t>
            </a:r>
            <a:r>
              <a:rPr kumimoji="0" lang="en-US" sz="1500" dirty="0">
                <a:solidFill>
                  <a:srgbClr val="000000"/>
                </a:solidFill>
                <a:latin typeface="Times New Roman" panose="02020603050405020304" pitchFamily="18" charset="0"/>
                <a:ea typeface="Times New Roman" panose="02020603050405020304" pitchFamily="18" charset="0"/>
                <a:cs typeface="+mn-cs"/>
              </a:rPr>
              <a:t>, vol. 18, no. 3, pp. 1998-2026, 2016.</a:t>
            </a:r>
          </a:p>
          <a:p>
            <a:pPr marL="0" lvl="0" indent="0" algn="l">
              <a:lnSpc>
                <a:spcPct val="100000"/>
              </a:lnSpc>
              <a:spcBef>
                <a:spcPct val="0"/>
              </a:spcBef>
              <a:buClrTx/>
              <a:buSzTx/>
              <a:buNone/>
            </a:pPr>
            <a:endParaRPr kumimoji="0" lang="en-US"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[16] A. Buriro, B. Crispo, F. Del </a:t>
            </a:r>
            <a:r>
              <a:rPr kumimoji="0" lang="en-US" sz="1500" dirty="0" err="1">
                <a:solidFill>
                  <a:srgbClr val="000000"/>
                </a:solidFill>
                <a:latin typeface="Times New Roman" panose="02020603050405020304" pitchFamily="18" charset="0"/>
                <a:ea typeface="Times New Roman" panose="02020603050405020304" pitchFamily="18" charset="0"/>
                <a:cs typeface="+mn-cs"/>
              </a:rPr>
              <a:t>Frari</a:t>
            </a:r>
            <a:r>
              <a:rPr kumimoji="0" lang="en-US" sz="1500" dirty="0">
                <a:solidFill>
                  <a:srgbClr val="000000"/>
                </a:solidFill>
                <a:latin typeface="Times New Roman" panose="02020603050405020304" pitchFamily="18" charset="0"/>
                <a:ea typeface="Times New Roman" panose="02020603050405020304" pitchFamily="18" charset="0"/>
                <a:cs typeface="+mn-cs"/>
              </a:rPr>
              <a:t>, and K. Wrona, "</a:t>
            </a:r>
            <a:r>
              <a:rPr kumimoji="0" lang="en-US" sz="1500" dirty="0" err="1">
                <a:solidFill>
                  <a:srgbClr val="000000"/>
                </a:solidFill>
                <a:latin typeface="Times New Roman" panose="02020603050405020304" pitchFamily="18" charset="0"/>
                <a:ea typeface="Times New Roman" panose="02020603050405020304" pitchFamily="18" charset="0"/>
                <a:cs typeface="+mn-cs"/>
              </a:rPr>
              <a:t>Touchstroke</a:t>
            </a:r>
            <a:r>
              <a:rPr kumimoji="0" lang="en-US" sz="1500" dirty="0">
                <a:solidFill>
                  <a:srgbClr val="000000"/>
                </a:solidFill>
                <a:latin typeface="Times New Roman" panose="02020603050405020304" pitchFamily="18" charset="0"/>
                <a:ea typeface="Times New Roman" panose="02020603050405020304" pitchFamily="18" charset="0"/>
                <a:cs typeface="+mn-cs"/>
              </a:rPr>
              <a:t>: Smartphone user authentication based on touch-typing biometrics," </a:t>
            </a:r>
            <a:r>
              <a:rPr kumimoji="0" lang="en-US" sz="1500" i="1" dirty="0">
                <a:solidFill>
                  <a:srgbClr val="000000"/>
                </a:solidFill>
                <a:latin typeface="Times New Roman" panose="02020603050405020304" pitchFamily="18" charset="0"/>
                <a:ea typeface="Times New Roman" panose="02020603050405020304" pitchFamily="18" charset="0"/>
                <a:cs typeface="+mn-cs"/>
              </a:rPr>
              <a:t>Springer International Publishing</a:t>
            </a:r>
            <a:r>
              <a:rPr kumimoji="0" lang="en-US" sz="1500" dirty="0">
                <a:solidFill>
                  <a:srgbClr val="000000"/>
                </a:solidFill>
                <a:latin typeface="Times New Roman" panose="02020603050405020304" pitchFamily="18" charset="0"/>
                <a:ea typeface="Times New Roman" panose="02020603050405020304" pitchFamily="18" charset="0"/>
                <a:cs typeface="+mn-cs"/>
              </a:rPr>
              <a:t>, 2015.</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2165737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0CD10-75DD-2551-68D6-620DEA48EF89}"/>
              </a:ext>
            </a:extLst>
          </p:cNvPr>
          <p:cNvSpPr>
            <a:spLocks noGrp="1"/>
          </p:cNvSpPr>
          <p:nvPr>
            <p:ph type="title"/>
          </p:nvPr>
        </p:nvSpPr>
        <p:spPr/>
        <p:txBody>
          <a:bodyPr/>
          <a:lstStyle/>
          <a:p>
            <a:r>
              <a:rPr lang="en-IN" sz="2400" dirty="0">
                <a:ea typeface="Palatino" pitchFamily="2" charset="77"/>
              </a:rPr>
              <a:t>References </a:t>
            </a:r>
            <a:r>
              <a:rPr lang="en-IN" sz="2400" b="0" dirty="0">
                <a:ea typeface="Palatino" pitchFamily="2" charset="77"/>
              </a:rPr>
              <a:t>(</a:t>
            </a:r>
            <a:r>
              <a:rPr lang="en-IN" sz="2400" b="0" dirty="0" err="1">
                <a:ea typeface="Palatino" pitchFamily="2" charset="77"/>
              </a:rPr>
              <a:t>cont</a:t>
            </a:r>
            <a:r>
              <a:rPr lang="en-IN" sz="2400" b="0" dirty="0">
                <a:ea typeface="Palatino" pitchFamily="2" charset="77"/>
              </a:rPr>
              <a:t>…)</a:t>
            </a:r>
            <a:endParaRPr lang="en-US" sz="1800" dirty="0"/>
          </a:p>
        </p:txBody>
      </p:sp>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794873"/>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[17] N. Zheng, K. Bai, H. Huang, and H. Wang, "You are how you touch: User verification on smartphones via tapping behaviors," </a:t>
            </a:r>
            <a:r>
              <a:rPr kumimoji="0" lang="en-US" sz="1500" i="1" dirty="0">
                <a:solidFill>
                  <a:srgbClr val="000000"/>
                </a:solidFill>
                <a:latin typeface="Times New Roman" panose="02020603050405020304" pitchFamily="18" charset="0"/>
                <a:ea typeface="Times New Roman" panose="02020603050405020304" pitchFamily="18" charset="0"/>
                <a:cs typeface="+mn-cs"/>
              </a:rPr>
              <a:t>IEEE</a:t>
            </a:r>
            <a:r>
              <a:rPr kumimoji="0" lang="en-US" sz="1500" dirty="0">
                <a:solidFill>
                  <a:srgbClr val="000000"/>
                </a:solidFill>
                <a:latin typeface="Times New Roman" panose="02020603050405020304" pitchFamily="18" charset="0"/>
                <a:ea typeface="Times New Roman" panose="02020603050405020304" pitchFamily="18" charset="0"/>
                <a:cs typeface="+mn-cs"/>
              </a:rPr>
              <a:t>, 2014.</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[18] H. </a:t>
            </a:r>
            <a:r>
              <a:rPr kumimoji="0" lang="en-US" sz="1500" dirty="0" err="1">
                <a:solidFill>
                  <a:srgbClr val="000000"/>
                </a:solidFill>
                <a:latin typeface="Times New Roman" panose="02020603050405020304" pitchFamily="18" charset="0"/>
                <a:ea typeface="Times New Roman" panose="02020603050405020304" pitchFamily="18" charset="0"/>
                <a:cs typeface="+mn-cs"/>
              </a:rPr>
              <a:t>Saevanee</a:t>
            </a:r>
            <a:r>
              <a:rPr kumimoji="0" lang="en-US" sz="1500" dirty="0">
                <a:solidFill>
                  <a:srgbClr val="000000"/>
                </a:solidFill>
                <a:latin typeface="Times New Roman" panose="02020603050405020304" pitchFamily="18" charset="0"/>
                <a:ea typeface="Times New Roman" panose="02020603050405020304" pitchFamily="18" charset="0"/>
                <a:cs typeface="+mn-cs"/>
              </a:rPr>
              <a:t> and P. </a:t>
            </a:r>
            <a:r>
              <a:rPr kumimoji="0" lang="en-US" sz="1500" dirty="0" err="1">
                <a:solidFill>
                  <a:srgbClr val="000000"/>
                </a:solidFill>
                <a:latin typeface="Times New Roman" panose="02020603050405020304" pitchFamily="18" charset="0"/>
                <a:ea typeface="Times New Roman" panose="02020603050405020304" pitchFamily="18" charset="0"/>
                <a:cs typeface="+mn-cs"/>
              </a:rPr>
              <a:t>Bhattarakosol</a:t>
            </a:r>
            <a:r>
              <a:rPr kumimoji="0" lang="en-US" sz="1500" dirty="0">
                <a:solidFill>
                  <a:srgbClr val="000000"/>
                </a:solidFill>
                <a:latin typeface="Times New Roman" panose="02020603050405020304" pitchFamily="18" charset="0"/>
                <a:ea typeface="Times New Roman" panose="02020603050405020304" pitchFamily="18" charset="0"/>
                <a:cs typeface="+mn-cs"/>
              </a:rPr>
              <a:t>, "Authenticating user using keystroke dynamics and finger pressure," IEEE Proceedings of the International Conference on Computing and Convergence Technology, 2009.</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[19] L. Li, X. Zhao, and G. Xue, "Unobservable re-authentication for smartphones," IEEE Transactions on Mobile Computing, vol. 12, no. 2, pp. 1-10, 2013.</a:t>
            </a: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[20] X. Zhao, T. Feng, and W. Shi, "Continuous mobile authentication using a novel graphic touch gesture feature," IEEE Transactions on Mobile Computing, vol. 12, no. 9, pp. 1-15, 2013.</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endParaRPr kumimoji="0" lang="en-GB" sz="1500" dirty="0">
              <a:solidFill>
                <a:srgbClr val="000000"/>
              </a:solidFill>
              <a:latin typeface="Times New Roman" panose="02020603050405020304" pitchFamily="18" charset="0"/>
              <a:ea typeface="Times New Roman" panose="02020603050405020304" pitchFamily="18" charset="0"/>
              <a:cs typeface="+mn-cs"/>
            </a:endParaRPr>
          </a:p>
          <a:p>
            <a:pPr marL="0" lvl="0" indent="0" algn="l">
              <a:lnSpc>
                <a:spcPct val="100000"/>
              </a:lnSpc>
              <a:spcBef>
                <a:spcPct val="0"/>
              </a:spcBef>
              <a:buClrTx/>
              <a:buSzTx/>
              <a:buNone/>
            </a:pPr>
            <a:r>
              <a:rPr kumimoji="0" lang="en-US" sz="1500" dirty="0">
                <a:solidFill>
                  <a:srgbClr val="000000"/>
                </a:solidFill>
                <a:latin typeface="Times New Roman" panose="02020603050405020304" pitchFamily="18" charset="0"/>
                <a:ea typeface="Times New Roman" panose="02020603050405020304" pitchFamily="18" charset="0"/>
                <a:cs typeface="+mn-cs"/>
              </a:rPr>
              <a:t>[21] A. De Luca, A. Hang, F. </a:t>
            </a:r>
            <a:r>
              <a:rPr kumimoji="0" lang="en-US" sz="1500" dirty="0" err="1">
                <a:solidFill>
                  <a:srgbClr val="000000"/>
                </a:solidFill>
                <a:latin typeface="Times New Roman" panose="02020603050405020304" pitchFamily="18" charset="0"/>
                <a:ea typeface="Times New Roman" panose="02020603050405020304" pitchFamily="18" charset="0"/>
                <a:cs typeface="+mn-cs"/>
              </a:rPr>
              <a:t>Brudy</a:t>
            </a:r>
            <a:r>
              <a:rPr kumimoji="0" lang="en-US" sz="1500" dirty="0">
                <a:solidFill>
                  <a:srgbClr val="000000"/>
                </a:solidFill>
                <a:latin typeface="Times New Roman" panose="02020603050405020304" pitchFamily="18" charset="0"/>
                <a:ea typeface="Times New Roman" panose="02020603050405020304" pitchFamily="18" charset="0"/>
                <a:cs typeface="+mn-cs"/>
              </a:rPr>
              <a:t>, C. Lindner, and H. Hussmann, "Touch me once and I know it's you! Implicit authentication based on touch screen patterns," in Proceedings of the ACM Conference on Human-Computer Interaction with Mobile Devices and Services (</a:t>
            </a:r>
            <a:r>
              <a:rPr kumimoji="0" lang="en-US" sz="1500" dirty="0" err="1">
                <a:solidFill>
                  <a:srgbClr val="000000"/>
                </a:solidFill>
                <a:latin typeface="Times New Roman" panose="02020603050405020304" pitchFamily="18" charset="0"/>
                <a:ea typeface="Times New Roman" panose="02020603050405020304" pitchFamily="18" charset="0"/>
                <a:cs typeface="+mn-cs"/>
              </a:rPr>
              <a:t>MobileHCI</a:t>
            </a:r>
            <a:r>
              <a:rPr kumimoji="0" lang="en-US" sz="1500" dirty="0">
                <a:solidFill>
                  <a:srgbClr val="000000"/>
                </a:solidFill>
                <a:latin typeface="Times New Roman" panose="02020603050405020304" pitchFamily="18" charset="0"/>
                <a:ea typeface="Times New Roman" panose="02020603050405020304" pitchFamily="18" charset="0"/>
                <a:cs typeface="+mn-cs"/>
              </a:rPr>
              <a:t>), 2012.</a:t>
            </a:r>
            <a:endParaRPr kumimoji="0" lang="en-GB" sz="1500" dirty="0">
              <a:solidFill>
                <a:srgbClr val="000000"/>
              </a:solidFill>
              <a:latin typeface="Times New Roman" panose="02020603050405020304" pitchFamily="18" charset="0"/>
              <a:ea typeface="Times New Roman" panose="02020603050405020304" pitchFamily="18" charset="0"/>
              <a:cs typeface="+mn-cs"/>
            </a:endParaRPr>
          </a:p>
        </p:txBody>
      </p:sp>
    </p:spTree>
    <p:extLst>
      <p:ext uri="{BB962C8B-B14F-4D97-AF65-F5344CB8AC3E}">
        <p14:creationId xmlns:p14="http://schemas.microsoft.com/office/powerpoint/2010/main" val="10352273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BE10AA4B-3410-F422-1F80-8D321A126C76}"/>
              </a:ext>
            </a:extLst>
          </p:cNvPr>
          <p:cNvSpPr txBox="1">
            <a:spLocks/>
          </p:cNvSpPr>
          <p:nvPr/>
        </p:nvSpPr>
        <p:spPr bwMode="auto">
          <a:xfrm>
            <a:off x="77118" y="804231"/>
            <a:ext cx="8956714" cy="5960125"/>
          </a:xfrm>
          <a:prstGeom prst="rect">
            <a:avLst/>
          </a:prstGeom>
          <a:noFill/>
          <a:ln>
            <a:noFill/>
            <a:miter lim="800000"/>
            <a:headEnd/>
            <a:tailEnd/>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lnSpc>
                <a:spcPct val="150000"/>
              </a:lnSpc>
              <a:spcBef>
                <a:spcPct val="35000"/>
              </a:spcBef>
              <a:spcAft>
                <a:spcPct val="0"/>
              </a:spcAft>
              <a:buClr>
                <a:schemeClr val="tx1"/>
              </a:buClr>
              <a:buSzPct val="125000"/>
              <a:buFont typeface="Arial" panose="020B0604020202020204" pitchFamily="34" charset="0"/>
              <a:buChar char="•"/>
              <a:defRPr kumimoji="1" sz="1800">
                <a:solidFill>
                  <a:schemeClr val="tx1"/>
                </a:solidFill>
                <a:latin typeface="Helvetica" pitchFamily="2" charset="0"/>
                <a:ea typeface="Tahoma" panose="020B0604030504040204" pitchFamily="34" charset="0"/>
                <a:cs typeface="Tahoma" panose="020B0604030504040204" pitchFamily="34" charset="0"/>
              </a:defRPr>
            </a:lvl1pPr>
            <a:lvl2pPr marL="742950" indent="-285750" algn="just" rtl="0" eaLnBrk="0" fontAlgn="base" hangingPunct="0">
              <a:lnSpc>
                <a:spcPct val="150000"/>
              </a:lnSpc>
              <a:spcBef>
                <a:spcPct val="35000"/>
              </a:spcBef>
              <a:spcAft>
                <a:spcPct val="0"/>
              </a:spcAft>
              <a:buClr>
                <a:schemeClr val="tx1"/>
              </a:buClr>
              <a:buSzPct val="100000"/>
              <a:buFont typeface="Courier New" panose="02070309020205020404" pitchFamily="49" charset="0"/>
              <a:buChar char="o"/>
              <a:defRPr kumimoji="1" sz="1600">
                <a:solidFill>
                  <a:schemeClr val="tx1"/>
                </a:solidFill>
                <a:latin typeface="Helvetica" pitchFamily="2" charset="0"/>
                <a:ea typeface="Tahoma" panose="020B0604030504040204" pitchFamily="34" charset="0"/>
                <a:cs typeface="Tahoma" panose="020B0604030504040204" pitchFamily="34" charset="0"/>
              </a:defRPr>
            </a:lvl2pPr>
            <a:lvl3pPr marL="1085850" indent="-228600" algn="just" rtl="0" eaLnBrk="0" fontAlgn="base" hangingPunct="0">
              <a:lnSpc>
                <a:spcPct val="150000"/>
              </a:lnSpc>
              <a:spcBef>
                <a:spcPct val="35000"/>
              </a:spcBef>
              <a:spcAft>
                <a:spcPct val="0"/>
              </a:spcAft>
              <a:buClr>
                <a:srgbClr val="009900"/>
              </a:buClr>
              <a:buSzPct val="75000"/>
              <a:buFont typeface="Webdings" pitchFamily="18" charset="2"/>
              <a:buChar char="4"/>
              <a:defRPr kumimoji="1" sz="1600">
                <a:solidFill>
                  <a:schemeClr val="tx1"/>
                </a:solidFill>
                <a:latin typeface="Helvetica" pitchFamily="2" charset="0"/>
                <a:ea typeface="Tahoma" panose="020B0604030504040204" pitchFamily="34" charset="0"/>
                <a:cs typeface="Tahoma" panose="020B0604030504040204" pitchFamily="34" charset="0"/>
              </a:defRPr>
            </a:lvl3pPr>
            <a:lvl4pPr marL="1428750" indent="-228600" algn="just" rtl="0" eaLnBrk="0" fontAlgn="base" hangingPunct="0">
              <a:lnSpc>
                <a:spcPct val="150000"/>
              </a:lnSpc>
              <a:spcBef>
                <a:spcPct val="35000"/>
              </a:spcBef>
              <a:spcAft>
                <a:spcPct val="0"/>
              </a:spcAft>
              <a:buClr>
                <a:schemeClr val="hlink"/>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4pPr>
            <a:lvl5pPr marL="1771650" indent="-228600" algn="just" rtl="0" eaLnBrk="0" fontAlgn="base" hangingPunct="0">
              <a:lnSpc>
                <a:spcPct val="150000"/>
              </a:lnSpc>
              <a:spcBef>
                <a:spcPct val="35000"/>
              </a:spcBef>
              <a:spcAft>
                <a:spcPct val="0"/>
              </a:spcAft>
              <a:buClr>
                <a:srgbClr val="FF0066"/>
              </a:buClr>
              <a:buSzPct val="75000"/>
              <a:buChar char="»"/>
              <a:defRPr kumimoji="1" sz="1600">
                <a:solidFill>
                  <a:schemeClr val="tx1"/>
                </a:solidFill>
                <a:latin typeface="Helvetica" pitchFamily="2" charset="0"/>
                <a:ea typeface="Tahoma" panose="020B0604030504040204" pitchFamily="34" charset="0"/>
                <a:cs typeface="Tahoma" panose="020B0604030504040204" pitchFamily="34" charset="0"/>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just">
              <a:lnSpc>
                <a:spcPct val="150000"/>
              </a:lnSpc>
              <a:buNone/>
            </a:pPr>
            <a:endParaRPr lang="en-IN" sz="1400" dirty="0">
              <a:ea typeface="Palatino" pitchFamily="2" charset="77"/>
            </a:endParaRPr>
          </a:p>
          <a:p>
            <a:pPr marL="95250" indent="0" algn="ctr">
              <a:lnSpc>
                <a:spcPct val="150000"/>
              </a:lnSpc>
              <a:buNone/>
            </a:pPr>
            <a:endParaRPr lang="en-IN" sz="2000" b="1" dirty="0">
              <a:ea typeface="Palatino" pitchFamily="2" charset="77"/>
            </a:endParaRPr>
          </a:p>
          <a:p>
            <a:pPr marL="95250" indent="0" algn="ctr">
              <a:lnSpc>
                <a:spcPct val="150000"/>
              </a:lnSpc>
              <a:buNone/>
            </a:pPr>
            <a:r>
              <a:rPr lang="en-IN" sz="2000" b="1" dirty="0">
                <a:ea typeface="Palatino" pitchFamily="2" charset="77"/>
              </a:rPr>
              <a:t>Thanks</a:t>
            </a:r>
            <a:r>
              <a:rPr lang="en-IN" sz="1400" dirty="0">
                <a:ea typeface="Palatino" pitchFamily="2" charset="77"/>
              </a:rPr>
              <a:t>.</a:t>
            </a:r>
          </a:p>
        </p:txBody>
      </p:sp>
      <p:pic>
        <p:nvPicPr>
          <p:cNvPr id="1034" name="Picture 10" descr="🙏">
            <a:extLst>
              <a:ext uri="{FF2B5EF4-FFF2-40B4-BE49-F238E27FC236}">
                <a16:creationId xmlns:a16="http://schemas.microsoft.com/office/drawing/2014/main" id="{75E1F11E-915E-CA0A-3D1E-80341D39E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9164" y="2663328"/>
            <a:ext cx="765672" cy="7656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10289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11.0&quot;&gt;&lt;object type=&quot;1&quot; unique_id=&quot;10001&quot;&gt;&lt;object type=&quot;2&quot; unique_id=&quot;10316&quot;&gt;&lt;object type=&quot;3&quot; unique_id=&quot;10317&quot;&gt;&lt;property id=&quot;20148&quot; value=&quot;5&quot;/&gt;&lt;property id=&quot;20300&quot; value=&quot;Slide 1 - &amp;quot;A Novel Framework for Analysis of Big Data&amp;quot;&quot;/&gt;&lt;property id=&quot;20307&quot; value=&quot;325&quot;/&gt;&lt;/object&gt;&lt;object type=&quot;3&quot; unique_id=&quot;10325&quot;&gt;&lt;property id=&quot;20148&quot; value=&quot;5&quot;/&gt;&lt;property id=&quot;20300&quot; value=&quot;Slide 3 - &amp;quot;Introduction&amp;quot;&quot;/&gt;&lt;property id=&quot;20307&quot; value=&quot;392&quot;/&gt;&lt;/object&gt;&lt;object type=&quot;3&quot; unique_id=&quot;10327&quot;&gt;&lt;property id=&quot;20148&quot; value=&quot;5&quot;/&gt;&lt;property id=&quot;20300&quot; value=&quot;Slide 4 - &amp;quot;Introduction (cont…)&amp;quot;&quot;/&gt;&lt;property id=&quot;20307&quot; value=&quot;395&quot;/&gt;&lt;/object&gt;&lt;object type=&quot;3&quot; unique_id=&quot;10333&quot;&gt;&lt;property id=&quot;20148&quot; value=&quot;5&quot;/&gt;&lt;property id=&quot;20300&quot; value=&quot;Slide 5 - &amp;quot;Big Data – A Definition&amp;quot;&quot;/&gt;&lt;property id=&quot;20307&quot; value=&quot;386&quot;/&gt;&lt;/object&gt;&lt;object type=&quot;3&quot; unique_id=&quot;10334&quot;&gt;&lt;property id=&quot;20148&quot; value=&quot;5&quot;/&gt;&lt;property id=&quot;20300&quot; value=&quot;Slide 6 - &amp;quot;Characteristics of Big Data&amp;quot;&quot;/&gt;&lt;property id=&quot;20307&quot; value=&quot;355&quot;/&gt;&lt;/object&gt;&lt;object type=&quot;3&quot; unique_id=&quot;10339&quot;&gt;&lt;property id=&quot;20148&quot; value=&quot;5&quot;/&gt;&lt;property id=&quot;20300&quot; value=&quot;Slide 7 - &amp;quot;Big Data Analytics&amp;quot;&quot;/&gt;&lt;property id=&quot;20307&quot; value=&quot;387&quot;/&gt;&lt;/object&gt;&lt;object type=&quot;3&quot; unique_id=&quot;10369&quot;&gt;&lt;property id=&quot;20148&quot; value=&quot;5&quot;/&gt;&lt;property id=&quot;20300&quot; value=&quot;Slide 8 - &amp;quot;List of Development Tools&amp;quot;&quot;/&gt;&lt;property id=&quot;20307&quot; value=&quot;505&quot;/&gt;&lt;/object&gt;&lt;object type=&quot;3&quot; unique_id=&quot;10371&quot;&gt;&lt;property id=&quot;20148&quot; value=&quot;5&quot;/&gt;&lt;property id=&quot;20300&quot; value=&quot;Slide 11 - &amp;quot;Malware Classification: A Case Study&amp;quot;&quot;/&gt;&lt;property id=&quot;20307&quot; value=&quot;514&quot;/&gt;&lt;/object&gt;&lt;object type=&quot;3&quot; unique_id=&quot;10372&quot;&gt;&lt;property id=&quot;20148&quot; value=&quot;5&quot;/&gt;&lt;property id=&quot;20300&quot; value=&quot;Slide 55&quot;/&gt;&lt;property id=&quot;20307&quot; value=&quot;452&quot;/&gt;&lt;/object&gt;&lt;object type=&quot;3&quot; unique_id=&quot;11475&quot;&gt;&lt;property id=&quot;20148&quot; value=&quot;5&quot;/&gt;&lt;property id=&quot;20300&quot; value=&quot;Slide 2 - &amp;quot;Outline&amp;quot;&quot;/&gt;&lt;property id=&quot;20307&quot; value=&quot;516&quot;/&gt;&lt;/object&gt;&lt;object type=&quot;3&quot; unique_id=&quot;11477&quot;&gt;&lt;property id=&quot;20148&quot; value=&quot;5&quot;/&gt;&lt;property id=&quot;20300&quot; value=&quot;Slide 21 - &amp;quot;Research Gaps&amp;quot;&quot;/&gt;&lt;property id=&quot;20307&quot; value=&quot;517&quot;/&gt;&lt;/object&gt;&lt;object type=&quot;3&quot; unique_id=&quot;11478&quot;&gt;&lt;property id=&quot;20148&quot; value=&quot;5&quot;/&gt;&lt;property id=&quot;20300&quot; value=&quot;Slide 22 - &amp;quot;Research Gaps (Cont…)&amp;quot;&quot;/&gt;&lt;property id=&quot;20307&quot; value=&quot;528&quot;/&gt;&lt;/object&gt;&lt;object type=&quot;3&quot; unique_id=&quot;11479&quot;&gt;&lt;property id=&quot;20148&quot; value=&quot;5&quot;/&gt;&lt;property id=&quot;20300&quot; value=&quot;Slide 23 - &amp;quot;Problem Definition&amp;quot;&quot;/&gt;&lt;property id=&quot;20307&quot; value=&quot;519&quot;/&gt;&lt;/object&gt;&lt;object type=&quot;3&quot; unique_id=&quot;11480&quot;&gt;&lt;property id=&quot;20148&quot; value=&quot;5&quot;/&gt;&lt;property id=&quot;20300&quot; value=&quot;Slide 24 - &amp;quot;Research Objectives&amp;quot;&quot;/&gt;&lt;property id=&quot;20307&quot; value=&quot;518&quot;/&gt;&lt;/object&gt;&lt;object type=&quot;3&quot; unique_id=&quot;11481&quot;&gt;&lt;property id=&quot;20148&quot; value=&quot;5&quot;/&gt;&lt;property id=&quot;20300&quot; value=&quot;Slide 25 - &amp;quot;Research Objectives 1&amp;quot;&quot;/&gt;&lt;property id=&quot;20307&quot; value=&quot;520&quot;/&gt;&lt;/object&gt;&lt;object type=&quot;3&quot; unique_id=&quot;11482&quot;&gt;&lt;property id=&quot;20148&quot; value=&quot;5&quot;/&gt;&lt;property id=&quot;20300&quot; value=&quot;Slide 26 - &amp;quot;Research Objectives 2&amp;quot;&quot;/&gt;&lt;property id=&quot;20307&quot; value=&quot;530&quot;/&gt;&lt;/object&gt;&lt;object type=&quot;3&quot; unique_id=&quot;11483&quot;&gt;&lt;property id=&quot;20148&quot; value=&quot;5&quot;/&gt;&lt;property id=&quot;20300&quot; value=&quot;Slide 27 - &amp;quot;Research Objectives 3&amp;quot;&quot;/&gt;&lt;property id=&quot;20307&quot; value=&quot;531&quot;/&gt;&lt;/object&gt;&lt;object type=&quot;3&quot; unique_id=&quot;11484&quot;&gt;&lt;property id=&quot;20148&quot; value=&quot;5&quot;/&gt;&lt;property id=&quot;20300&quot; value=&quot;Slide 28 - &amp;quot;Architecture for Big Data Analytics&amp;quot;&quot;/&gt;&lt;property id=&quot;20307&quot; value=&quot;522&quot;/&gt;&lt;/object&gt;&lt;object type=&quot;3&quot; unique_id=&quot;11485&quot;&gt;&lt;property id=&quot;20148&quot; value=&quot;5&quot;/&gt;&lt;property id=&quot;20300&quot; value=&quot;Slide 50 - &amp;quot;Key Contributions&amp;quot;&quot;/&gt;&lt;property id=&quot;20307&quot; value=&quot;523&quot;/&gt;&lt;/object&gt;&lt;object type=&quot;3&quot; unique_id=&quot;11486&quot;&gt;&lt;property id=&quot;20148&quot; value=&quot;5&quot;/&gt;&lt;property id=&quot;20300&quot; value=&quot;Slide 51 - &amp;quot;Key Contributions&amp;quot;&quot;/&gt;&lt;property id=&quot;20307&quot; value=&quot;529&quot;/&gt;&lt;/object&gt;&lt;object type=&quot;3&quot; unique_id=&quot;11487&quot;&gt;&lt;property id=&quot;20148&quot; value=&quot;5&quot;/&gt;&lt;property id=&quot;20300&quot; value=&quot;Slide 52 - &amp;quot;Future Scope&amp;quot;&quot;/&gt;&lt;property id=&quot;20307&quot; value=&quot;524&quot;/&gt;&lt;/object&gt;&lt;object type=&quot;3&quot; unique_id=&quot;11488&quot;&gt;&lt;property id=&quot;20148&quot; value=&quot;5&quot;/&gt;&lt;property id=&quot;20300&quot; value=&quot;Slide 53 - &amp;quot;List of Publications&amp;quot;&quot;/&gt;&lt;property id=&quot;20307&quot; value=&quot;525&quot;/&gt;&lt;/object&gt;&lt;object type=&quot;3&quot; unique_id=&quot;11489&quot;&gt;&lt;property id=&quot;20148&quot; value=&quot;5&quot;/&gt;&lt;property id=&quot;20300&quot; value=&quot;Slide 54 - &amp;quot;References&amp;quot;&quot;/&gt;&lt;property id=&quot;20307&quot; value=&quot;526&quot;/&gt;&lt;/object&gt;&lt;object type=&quot;3&quot; unique_id=&quot;12645&quot;&gt;&lt;property id=&quot;20148&quot; value=&quot;5&quot;/&gt;&lt;property id=&quot;20300&quot; value=&quot;Slide 31&quot;/&gt;&lt;property id=&quot;20307&quot; value=&quot;533&quot;/&gt;&lt;/object&gt;&lt;object type=&quot;3&quot; unique_id=&quot;12646&quot;&gt;&lt;property id=&quot;20148&quot; value=&quot;5&quot;/&gt;&lt;property id=&quot;20300&quot; value=&quot;Slide 32&quot;/&gt;&lt;property id=&quot;20307&quot; value=&quot;534&quot;/&gt;&lt;/object&gt;&lt;object type=&quot;3&quot; unique_id=&quot;12647&quot;&gt;&lt;property id=&quot;20148&quot; value=&quot;5&quot;/&gt;&lt;property id=&quot;20300&quot; value=&quot;Slide 33&quot;/&gt;&lt;property id=&quot;20307&quot; value=&quot;535&quot;/&gt;&lt;/object&gt;&lt;object type=&quot;3&quot; unique_id=&quot;13251&quot;&gt;&lt;property id=&quot;20148&quot; value=&quot;5&quot;/&gt;&lt;property id=&quot;20300&quot; value=&quot;Slide 29 - &amp;quot;Data Preparation&amp;quot;&quot;/&gt;&lt;property id=&quot;20307&quot; value=&quot;537&quot;/&gt;&lt;/object&gt;&lt;object type=&quot;3&quot; unique_id=&quot;13252&quot;&gt;&lt;property id=&quot;20148&quot; value=&quot;5&quot;/&gt;&lt;property id=&quot;20300&quot; value=&quot;Slide 30 - &amp;quot;Functional Flow of Malware Trend Analysis&amp;quot;&quot;/&gt;&lt;property id=&quot;20307&quot; value=&quot;536&quot;/&gt;&lt;/object&gt;&lt;object type=&quot;3&quot; unique_id=&quot;13253&quot;&gt;&lt;property id=&quot;20148&quot; value=&quot;5&quot;/&gt;&lt;property id=&quot;20300&quot; value=&quot;Slide 34 - &amp;quot;Conclusion&amp;quot;&quot;/&gt;&lt;property id=&quot;20307&quot; value=&quot;538&quot;/&gt;&lt;/object&gt;&lt;object type=&quot;3&quot; unique_id=&quot;14250&quot;&gt;&lt;property id=&quot;20148&quot; value=&quot;5&quot;/&gt;&lt;property id=&quot;20300&quot; value=&quot;Slide 16 - &amp;quot;Comparison of open source big data stream processing frameworks&amp;quot;&quot;/&gt;&lt;property id=&quot;20307&quot; value=&quot;542&quot;/&gt;&lt;/object&gt;&lt;object type=&quot;3&quot; unique_id=&quot;14251&quot;&gt;&lt;property id=&quot;20148&quot; value=&quot;5&quot;/&gt;&lt;property id=&quot;20300&quot; value=&quot;Slide 17 - &amp;quot;Comparison of open source big data stream processing frameworks&amp;quot;&quot;/&gt;&lt;property id=&quot;20307&quot; value=&quot;545&quot;/&gt;&lt;/object&gt;&lt;object type=&quot;3&quot; unique_id=&quot;15004&quot;&gt;&lt;property id=&quot;20148&quot; value=&quot;5&quot;/&gt;&lt;property id=&quot;20300&quot; value=&quot;Slide 18 - &amp;quot;Malware Detection and Classification Techniques&amp;quot;&quot;/&gt;&lt;property id=&quot;20307&quot; value=&quot;548&quot;/&gt;&lt;/object&gt;&lt;object type=&quot;3&quot; unique_id=&quot;15005&quot;&gt;&lt;property id=&quot;20148&quot; value=&quot;5&quot;/&gt;&lt;property id=&quot;20300&quot; value=&quot;Slide 19 - &amp;quot;Malware Detection and Classification Techniques&amp;quot;&quot;/&gt;&lt;property id=&quot;20307&quot; value=&quot;549&quot;/&gt;&lt;/object&gt;&lt;object type=&quot;3&quot; unique_id=&quot;15006&quot;&gt;&lt;property id=&quot;20148&quot; value=&quot;5&quot;/&gt;&lt;property id=&quot;20300&quot; value=&quot;Slide 20 - &amp;quot;Malware Detection and Classification Techniques&amp;quot;&quot;/&gt;&lt;property id=&quot;20307&quot; value=&quot;550&quot;/&gt;&lt;/object&gt;&lt;object type=&quot;3&quot; unique_id=&quot;15624&quot;&gt;&lt;property id=&quot;20148&quot; value=&quot;5&quot;/&gt;&lt;property id=&quot;20300&quot; value=&quot;Slide 12 - &amp;quot;Literature Review&amp;quot;&quot;/&gt;&lt;property id=&quot;20307&quot; value=&quot;552&quot;/&gt;&lt;/object&gt;&lt;object type=&quot;3&quot; unique_id=&quot;15625&quot;&gt;&lt;property id=&quot;20148&quot; value=&quot;5&quot;/&gt;&lt;property id=&quot;20300&quot; value=&quot;Slide 13 - &amp;quot;A bibliometric study of relevant literature in academics/industry&amp;quot;&quot;/&gt;&lt;property id=&quot;20307&quot; value=&quot;553&quot;/&gt;&lt;/object&gt;&lt;object type=&quot;3&quot; unique_id=&quot;15626&quot;&gt;&lt;property id=&quot;20148&quot; value=&quot;5&quot;/&gt;&lt;property id=&quot;20300&quot; value=&quot;Slide 14 - &amp;quot;Literature Review&amp;quot;&quot;/&gt;&lt;property id=&quot;20307&quot; value=&quot;551&quot;/&gt;&lt;/object&gt;&lt;object type=&quot;3&quot; unique_id=&quot;15627&quot;&gt;&lt;property id=&quot;20148&quot; value=&quot;5&quot;/&gt;&lt;property id=&quot;20300&quot; value=&quot;Slide 15 - &amp;quot;Comparison of open source big data stream processing frameworks&amp;quot;&quot;/&gt;&lt;property id=&quot;20307&quot; value=&quot;556&quot;/&gt;&lt;/object&gt;&lt;object type=&quot;3&quot; unique_id=&quot;16029&quot;&gt;&lt;property id=&quot;20148&quot; value=&quot;5&quot;/&gt;&lt;property id=&quot;20300&quot; value=&quot;Slide 35 - &amp;quot;Big Data Framework for Zero-Day Malware Classification&amp;quot;&quot;/&gt;&lt;property id=&quot;20307&quot; value=&quot;557&quot;/&gt;&lt;/object&gt;&lt;object type=&quot;3&quot; unique_id=&quot;16030&quot;&gt;&lt;property id=&quot;20148&quot; value=&quot;5&quot;/&gt;&lt;property id=&quot;20300&quot; value=&quot;Slide 42 - &amp;quot;Improving Malware Detection using Big Data and EL&amp;quot;&quot;/&gt;&lt;property id=&quot;20307&quot; value=&quot;558&quot;/&gt;&lt;/object&gt;&lt;object type=&quot;3&quot; unique_id=&quot;16031&quot;&gt;&lt;property id=&quot;20148&quot; value=&quot;5&quot;/&gt;&lt;property id=&quot;20300&quot; value=&quot;Slide 49 - &amp;quot;Malware Classification using Big Data and Deep Neural Network&amp;quot;&quot;/&gt;&lt;property id=&quot;20307&quot; value=&quot;559&quot;/&gt;&lt;/object&gt;&lt;object type=&quot;3&quot; unique_id=&quot;16282&quot;&gt;&lt;property id=&quot;20148&quot; value=&quot;5&quot;/&gt;&lt;property id=&quot;20300&quot; value=&quot;Slide 44 - &amp;quot;Proposed Schemes&amp;quot;&quot;/&gt;&lt;property id=&quot;20307&quot; value=&quot;560&quot;/&gt;&lt;/object&gt;&lt;object type=&quot;3&quot; unique_id=&quot;16872&quot;&gt;&lt;property id=&quot;20148&quot; value=&quot;5&quot;/&gt;&lt;property id=&quot;20300&quot; value=&quot;Slide 43 - &amp;quot;Feature Vectorization&amp;quot;&quot;/&gt;&lt;property id=&quot;20307&quot; value=&quot;562&quot;/&gt;&lt;/object&gt;&lt;object type=&quot;3&quot; unique_id=&quot;16873&quot;&gt;&lt;property id=&quot;20148&quot; value=&quot;5&quot;/&gt;&lt;property id=&quot;20300&quot; value=&quot;Slide 45 - &amp;quot;Experimental Results and Evaluation&amp;quot;&quot;/&gt;&lt;property id=&quot;20307&quot; value=&quot;561&quot;/&gt;&lt;/object&gt;&lt;object type=&quot;3&quot; unique_id=&quot;16874&quot;&gt;&lt;property id=&quot;20148&quot; value=&quot;5&quot;/&gt;&lt;property id=&quot;20300&quot; value=&quot;Slide 46 - &amp;quot;Evaluation Results&amp;quot;&quot;/&gt;&lt;property id=&quot;20307&quot; value=&quot;563&quot;/&gt;&lt;/object&gt;&lt;object type=&quot;3&quot; unique_id=&quot;16875&quot;&gt;&lt;property id=&quot;20148&quot; value=&quot;5&quot;/&gt;&lt;property id=&quot;20300&quot; value=&quot;Slide 47 - &amp;quot;Evaluation Results&amp;quot;&quot;/&gt;&lt;property id=&quot;20307&quot; value=&quot;564&quot;/&gt;&lt;/object&gt;&lt;object type=&quot;3&quot; unique_id=&quot;16876&quot;&gt;&lt;property id=&quot;20148&quot; value=&quot;5&quot;/&gt;&lt;property id=&quot;20300&quot; value=&quot;Slide 48 - &amp;quot;Conclusion&amp;quot;&quot;/&gt;&lt;property id=&quot;20307&quot; value=&quot;565&quot;/&gt;&lt;/object&gt;&lt;object type=&quot;3&quot; unique_id=&quot;17661&quot;&gt;&lt;property id=&quot;20148&quot; value=&quot;5&quot;/&gt;&lt;property id=&quot;20300&quot; value=&quot;Slide 36 - &amp;quot;Data Preparation&amp;quot;&quot;/&gt;&lt;property id=&quot;20307&quot; value=&quot;566&quot;/&gt;&lt;/object&gt;&lt;object type=&quot;3&quot; unique_id=&quot;17662&quot;&gt;&lt;property id=&quot;20148&quot; value=&quot;5&quot;/&gt;&lt;property id=&quot;20300&quot; value=&quot;Slide 37 - &amp;quot;Big Data Framework for Malware Classification&amp;quot;&quot;/&gt;&lt;property id=&quot;20307&quot; value=&quot;568&quot;/&gt;&lt;/object&gt;&lt;object type=&quot;3&quot; unique_id=&quot;17663&quot;&gt;&lt;property id=&quot;20148&quot; value=&quot;5&quot;/&gt;&lt;property id=&quot;20300&quot; value=&quot;Slide 38 - &amp;quot;Feature Extraction&amp;quot;&quot;/&gt;&lt;property id=&quot;20307&quot; value=&quot;571&quot;/&gt;&lt;/object&gt;&lt;object type=&quot;3&quot; unique_id=&quot;17664&quot;&gt;&lt;property id=&quot;20148&quot; value=&quot;5&quot;/&gt;&lt;property id=&quot;20300&quot; value=&quot;Slide 39 - &amp;quot;Impact of Features on Malware Classification&amp;quot;&quot;/&gt;&lt;property id=&quot;20307&quot; value=&quot;569&quot;/&gt;&lt;/object&gt;&lt;object type=&quot;3&quot; unique_id=&quot;17665&quot;&gt;&lt;property id=&quot;20148&quot; value=&quot;5&quot;/&gt;&lt;property id=&quot;20300&quot; value=&quot;Slide 40 - &amp;quot;Experimental Results&amp;quot;&quot;/&gt;&lt;property id=&quot;20307&quot; value=&quot;570&quot;/&gt;&lt;/object&gt;&lt;object type=&quot;3&quot; unique_id=&quot;18034&quot;&gt;&lt;property id=&quot;20148&quot; value=&quot;5&quot;/&gt;&lt;property id=&quot;20300&quot; value=&quot;Slide 41 - &amp;quot;Conclusion&amp;quot;&quot;/&gt;&lt;property id=&quot;20307&quot; value=&quot;572&quot;/&gt;&lt;/object&gt;&lt;object type=&quot;3&quot; unique_id=&quot;20918&quot;&gt;&lt;property id=&quot;20148&quot; value=&quot;5&quot;/&gt;&lt;property id=&quot;20300&quot; value=&quot;Slide 9 - &amp;quot;Scalable Machine Learning Libraries&amp;quot;&quot;/&gt;&lt;property id=&quot;20307&quot; value=&quot;575&quot;/&gt;&lt;/object&gt;&lt;object type=&quot;3&quot; unique_id=&quot;20919&quot;&gt;&lt;property id=&quot;20148&quot; value=&quot;5&quot;/&gt;&lt;property id=&quot;20300&quot; value=&quot;Slide 10 - &amp;quot;High Level Conceptual Architecture of Big Data Security Analytics&amp;quot;&quot;/&gt;&lt;property id=&quot;20307&quot; value=&quot;576&quot;/&gt;&lt;/object&gt;&lt;/object&gt;&lt;object type=&quot;8&quot; unique_id=&quot;10430&quot;&gt;&lt;/object&gt;&lt;/object&gt;&lt;/database&gt;"/>
  <p:tag name="SECTOMILLISECCONVERTED" val="1"/>
</p:tagLst>
</file>

<file path=ppt/theme/theme1.xml><?xml version="1.0" encoding="utf-8"?>
<a:theme xmlns:a="http://schemas.openxmlformats.org/drawingml/2006/main" name="1_os-8">
  <a:themeElements>
    <a:clrScheme name="Custom 1">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002060"/>
      </a:hlink>
      <a:folHlink>
        <a:srgbClr val="0070C0"/>
      </a:folHlink>
    </a:clrScheme>
    <a:fontScheme name="1_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1_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1_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1_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1_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1_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1_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1_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21411</TotalTime>
  <Words>2113</Words>
  <Application>Microsoft Office PowerPoint</Application>
  <PresentationFormat>On-screen Show (4:3)</PresentationFormat>
  <Paragraphs>260</Paragraphs>
  <Slides>24</Slides>
  <Notes>3</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24</vt:i4>
      </vt:variant>
    </vt:vector>
  </HeadingPairs>
  <TitlesOfParts>
    <vt:vector size="38" baseType="lpstr">
      <vt:lpstr>MS PGothic</vt:lpstr>
      <vt:lpstr>Arial</vt:lpstr>
      <vt:lpstr>Calibri</vt:lpstr>
      <vt:lpstr>Calibri Light</vt:lpstr>
      <vt:lpstr>Courier New</vt:lpstr>
      <vt:lpstr>Helvetica</vt:lpstr>
      <vt:lpstr>Helvetica Neue</vt:lpstr>
      <vt:lpstr>Palatino</vt:lpstr>
      <vt:lpstr>Tahoma</vt:lpstr>
      <vt:lpstr>Times New Roman</vt:lpstr>
      <vt:lpstr>Verdana</vt:lpstr>
      <vt:lpstr>Webdings</vt:lpstr>
      <vt:lpstr>1_os-8</vt:lpstr>
      <vt:lpstr>Custom Design</vt:lpstr>
      <vt:lpstr>Authentication using Behavioral Biometrics</vt:lpstr>
      <vt:lpstr>Outline</vt:lpstr>
      <vt:lpstr>Introduction</vt:lpstr>
      <vt:lpstr>Problem Statement</vt:lpstr>
      <vt:lpstr>Objectives</vt:lpstr>
      <vt:lpstr>Work Done (after Mid-Term Evaluation)</vt:lpstr>
      <vt:lpstr>Project Design</vt:lpstr>
      <vt:lpstr>Project Design (cont…)</vt:lpstr>
      <vt:lpstr>Project Design (cont…)</vt:lpstr>
      <vt:lpstr>Implementation</vt:lpstr>
      <vt:lpstr>Implementation (cont…)</vt:lpstr>
      <vt:lpstr>Implementation (cont…)</vt:lpstr>
      <vt:lpstr>Experimental Results and Evaluation</vt:lpstr>
      <vt:lpstr>Experimental Results and Evaluation (cont…)</vt:lpstr>
      <vt:lpstr>Experimental Results and Evaluation (cont…)</vt:lpstr>
      <vt:lpstr>Key Learnings</vt:lpstr>
      <vt:lpstr>Future Work</vt:lpstr>
      <vt:lpstr>Work Contribution and Attendance</vt:lpstr>
      <vt:lpstr>Supervisor Interactions (as mentioned in weekly log)</vt:lpstr>
      <vt:lpstr>Supervisor Interactions (cont…)</vt:lpstr>
      <vt:lpstr>References</vt:lpstr>
      <vt:lpstr>References (cont…)</vt:lpstr>
      <vt:lpstr>References (cont…)</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4:  Processes</dc:title>
  <dc:creator>Marilyn Turnamian</dc:creator>
  <cp:lastModifiedBy>Akshit Sharma</cp:lastModifiedBy>
  <cp:revision>1478</cp:revision>
  <cp:lastPrinted>2024-03-13T06:46:55Z</cp:lastPrinted>
  <dcterms:created xsi:type="dcterms:W3CDTF">2008-07-20T15:16:37Z</dcterms:created>
  <dcterms:modified xsi:type="dcterms:W3CDTF">2025-05-09T20:17:03Z</dcterms:modified>
</cp:coreProperties>
</file>